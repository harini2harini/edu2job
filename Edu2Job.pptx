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1.jpg" ContentType="image/jpeg"/>
  <Override PartName="/ppt/media/image22.jpg" ContentType="image/jpeg"/>
  <Override PartName="/ppt/media/image24.jpg" ContentType="image/jpeg"/>
  <Override PartName="/ppt/media/image35.jpg" ContentType="image/jpeg"/>
  <Override PartName="/ppt/media/image36.jpg" ContentType="image/jpeg"/>
  <Override PartName="/ppt/media/image48.jpg" ContentType="image/jpeg"/>
  <Override PartName="/ppt/media/image51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3" r:id="rId11"/>
    <p:sldId id="269" r:id="rId12"/>
    <p:sldId id="264" r:id="rId13"/>
    <p:sldId id="270" r:id="rId14"/>
    <p:sldId id="265" r:id="rId15"/>
    <p:sldId id="266" r:id="rId16"/>
    <p:sldId id="271" r:id="rId17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E7F"/>
    <a:srgbClr val="030E2A"/>
    <a:srgbClr val="003399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648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7654" y="412691"/>
            <a:ext cx="4380230" cy="1000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2E3C4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jpeg"/><Relationship Id="rId4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.png"/><Relationship Id="rId5" Type="http://schemas.openxmlformats.org/officeDocument/2006/relationships/image" Target="../media/image29.png"/><Relationship Id="rId10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jpeg"/><Relationship Id="rId4" Type="http://schemas.openxmlformats.org/officeDocument/2006/relationships/image" Target="../media/image36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3.png"/><Relationship Id="rId4" Type="http://schemas.openxmlformats.org/officeDocument/2006/relationships/image" Target="../media/image40.png"/><Relationship Id="rId9" Type="http://schemas.openxmlformats.org/officeDocument/2006/relationships/hyperlink" Target="https://gamma.app/?utm_source=made-with-gamma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41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39.png"/><Relationship Id="rId10" Type="http://schemas.openxmlformats.org/officeDocument/2006/relationships/image" Target="../media/image58.png"/><Relationship Id="rId4" Type="http://schemas.openxmlformats.org/officeDocument/2006/relationships/image" Target="../media/image3.png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1862" y="1021080"/>
            <a:ext cx="5563870" cy="157581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ts val="4200"/>
              </a:lnSpc>
              <a:spcBef>
                <a:spcPts val="50"/>
              </a:spcBef>
            </a:pPr>
            <a:r>
              <a:rPr spc="-125" dirty="0"/>
              <a:t>Edu2Job:</a:t>
            </a:r>
            <a:r>
              <a:rPr spc="-254" dirty="0"/>
              <a:t> </a:t>
            </a:r>
            <a:r>
              <a:rPr lang="en-IN" spc="-254" dirty="0"/>
              <a:t>Predicting Job Roles from Educational Background</a:t>
            </a:r>
            <a:endParaRPr spc="-75" dirty="0"/>
          </a:p>
        </p:txBody>
      </p:sp>
      <p:sp>
        <p:nvSpPr>
          <p:cNvPr id="6" name="object 6"/>
          <p:cNvSpPr txBox="1"/>
          <p:nvPr/>
        </p:nvSpPr>
        <p:spPr>
          <a:xfrm>
            <a:off x="557311" y="3167697"/>
            <a:ext cx="501297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50" dirty="0">
                <a:solidFill>
                  <a:srgbClr val="374552"/>
                </a:solidFill>
                <a:latin typeface="Verdana"/>
                <a:cs typeface="Verdana"/>
              </a:rPr>
              <a:t>Bridging</a:t>
            </a:r>
            <a:r>
              <a:rPr sz="20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374552"/>
                </a:solidFill>
                <a:latin typeface="Verdana"/>
                <a:cs typeface="Verdana"/>
              </a:rPr>
              <a:t>Education</a:t>
            </a:r>
            <a:r>
              <a:rPr sz="20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20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374552"/>
                </a:solidFill>
                <a:latin typeface="Verdana"/>
                <a:cs typeface="Verdana"/>
              </a:rPr>
              <a:t>Employment</a:t>
            </a:r>
            <a:r>
              <a:rPr sz="200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20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374552"/>
                </a:solidFill>
                <a:latin typeface="Verdana"/>
                <a:cs typeface="Verdana"/>
              </a:rPr>
              <a:t>AI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798" y="4370722"/>
            <a:ext cx="2737485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650" b="1" spc="-114" dirty="0">
                <a:solidFill>
                  <a:srgbClr val="2E3C4E"/>
                </a:solidFill>
                <a:latin typeface="Tahoma"/>
                <a:cs typeface="Tahoma"/>
              </a:rPr>
              <a:t>- M Harini</a:t>
            </a:r>
            <a:endParaRPr sz="1650" dirty="0">
              <a:latin typeface="Tahoma"/>
              <a:cs typeface="Tahom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D24FA7-A779-63ED-8B9A-53F49C600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028" y="0"/>
            <a:ext cx="5012972" cy="6445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23405" y="84261"/>
            <a:ext cx="4380230" cy="6360989"/>
            <a:chOff x="6646739" y="472"/>
            <a:chExt cx="3988435" cy="6433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6739" y="472"/>
              <a:ext cx="3988043" cy="6433570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13720" y="5961858"/>
              <a:ext cx="1632439" cy="38994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ts val="3910"/>
              </a:lnSpc>
              <a:spcBef>
                <a:spcPts val="55"/>
              </a:spcBef>
            </a:pPr>
            <a:r>
              <a:rPr sz="3150" spc="-200" dirty="0"/>
              <a:t>The</a:t>
            </a:r>
            <a:r>
              <a:rPr sz="3150" spc="-254" dirty="0"/>
              <a:t> </a:t>
            </a:r>
            <a:r>
              <a:rPr sz="3150" spc="-210" dirty="0"/>
              <a:t>Problem:</a:t>
            </a:r>
            <a:r>
              <a:rPr sz="3150" spc="-254" dirty="0"/>
              <a:t> </a:t>
            </a:r>
            <a:r>
              <a:rPr sz="3150" spc="-229" dirty="0"/>
              <a:t>Navigating </a:t>
            </a:r>
            <a:r>
              <a:rPr sz="3150" spc="-200" dirty="0"/>
              <a:t>Career</a:t>
            </a:r>
            <a:r>
              <a:rPr sz="3150" spc="-265" dirty="0"/>
              <a:t> </a:t>
            </a:r>
            <a:r>
              <a:rPr sz="3150" spc="-105" dirty="0"/>
              <a:t>Uncertainty</a:t>
            </a:r>
            <a:endParaRPr sz="3150"/>
          </a:p>
        </p:txBody>
      </p:sp>
      <p:grpSp>
        <p:nvGrpSpPr>
          <p:cNvPr id="6" name="object 6"/>
          <p:cNvGrpSpPr/>
          <p:nvPr/>
        </p:nvGrpSpPr>
        <p:grpSpPr>
          <a:xfrm>
            <a:off x="514014" y="1639528"/>
            <a:ext cx="5601335" cy="1161415"/>
            <a:chOff x="514014" y="1639528"/>
            <a:chExt cx="5601335" cy="1161415"/>
          </a:xfrm>
        </p:grpSpPr>
        <p:sp>
          <p:nvSpPr>
            <p:cNvPr id="7" name="object 7"/>
            <p:cNvSpPr/>
            <p:nvPr/>
          </p:nvSpPr>
          <p:spPr>
            <a:xfrm>
              <a:off x="532511" y="1639531"/>
              <a:ext cx="5582920" cy="1161415"/>
            </a:xfrm>
            <a:custGeom>
              <a:avLst/>
              <a:gdLst/>
              <a:ahLst/>
              <a:cxnLst/>
              <a:rect l="l" t="t" r="r" b="b"/>
              <a:pathLst>
                <a:path w="5582920" h="1161414">
                  <a:moveTo>
                    <a:pt x="5582488" y="189433"/>
                  </a:moveTo>
                  <a:lnTo>
                    <a:pt x="5576811" y="143395"/>
                  </a:lnTo>
                  <a:lnTo>
                    <a:pt x="5560123" y="100139"/>
                  </a:lnTo>
                  <a:lnTo>
                    <a:pt x="5533415" y="62230"/>
                  </a:lnTo>
                  <a:lnTo>
                    <a:pt x="5527421" y="55943"/>
                  </a:lnTo>
                  <a:lnTo>
                    <a:pt x="5490426" y="26949"/>
                  </a:lnTo>
                  <a:lnTo>
                    <a:pt x="5473001" y="17729"/>
                  </a:lnTo>
                  <a:lnTo>
                    <a:pt x="5465546" y="14414"/>
                  </a:lnTo>
                  <a:lnTo>
                    <a:pt x="5420830" y="2044"/>
                  </a:lnTo>
                  <a:lnTo>
                    <a:pt x="5403862" y="342"/>
                  </a:lnTo>
                  <a:lnTo>
                    <a:pt x="5406898" y="342"/>
                  </a:lnTo>
                  <a:lnTo>
                    <a:pt x="5393055" y="0"/>
                  </a:lnTo>
                  <a:lnTo>
                    <a:pt x="70116" y="0"/>
                  </a:lnTo>
                  <a:lnTo>
                    <a:pt x="30721" y="11938"/>
                  </a:lnTo>
                  <a:lnTo>
                    <a:pt x="4622" y="43776"/>
                  </a:lnTo>
                  <a:lnTo>
                    <a:pt x="0" y="60896"/>
                  </a:lnTo>
                  <a:lnTo>
                    <a:pt x="1016" y="57061"/>
                  </a:lnTo>
                  <a:lnTo>
                    <a:pt x="8216" y="44043"/>
                  </a:lnTo>
                  <a:lnTo>
                    <a:pt x="42989" y="21767"/>
                  </a:lnTo>
                  <a:lnTo>
                    <a:pt x="70116" y="17729"/>
                  </a:lnTo>
                  <a:lnTo>
                    <a:pt x="5393055" y="17729"/>
                  </a:lnTo>
                  <a:lnTo>
                    <a:pt x="5442826" y="25082"/>
                  </a:lnTo>
                  <a:lnTo>
                    <a:pt x="5488470" y="46647"/>
                  </a:lnTo>
                  <a:lnTo>
                    <a:pt x="5525846" y="80556"/>
                  </a:lnTo>
                  <a:lnTo>
                    <a:pt x="5551690" y="123723"/>
                  </a:lnTo>
                  <a:lnTo>
                    <a:pt x="5563946" y="172516"/>
                  </a:lnTo>
                  <a:lnTo>
                    <a:pt x="5564759" y="189433"/>
                  </a:lnTo>
                  <a:lnTo>
                    <a:pt x="5564759" y="971537"/>
                  </a:lnTo>
                  <a:lnTo>
                    <a:pt x="5557405" y="1021295"/>
                  </a:lnTo>
                  <a:lnTo>
                    <a:pt x="5535841" y="1066952"/>
                  </a:lnTo>
                  <a:lnTo>
                    <a:pt x="5501932" y="1104328"/>
                  </a:lnTo>
                  <a:lnTo>
                    <a:pt x="5458765" y="1130173"/>
                  </a:lnTo>
                  <a:lnTo>
                    <a:pt x="5409971" y="1142428"/>
                  </a:lnTo>
                  <a:lnTo>
                    <a:pt x="5393055" y="1143241"/>
                  </a:lnTo>
                  <a:lnTo>
                    <a:pt x="70116" y="1143241"/>
                  </a:lnTo>
                  <a:lnTo>
                    <a:pt x="30721" y="1134287"/>
                  </a:lnTo>
                  <a:lnTo>
                    <a:pt x="1016" y="1103909"/>
                  </a:lnTo>
                  <a:lnTo>
                    <a:pt x="12" y="1100086"/>
                  </a:lnTo>
                  <a:lnTo>
                    <a:pt x="571" y="1103909"/>
                  </a:lnTo>
                  <a:lnTo>
                    <a:pt x="19989" y="1140206"/>
                  </a:lnTo>
                  <a:lnTo>
                    <a:pt x="56286" y="1159624"/>
                  </a:lnTo>
                  <a:lnTo>
                    <a:pt x="63868" y="1160741"/>
                  </a:lnTo>
                  <a:lnTo>
                    <a:pt x="65392" y="1160741"/>
                  </a:lnTo>
                  <a:lnTo>
                    <a:pt x="70116" y="1160970"/>
                  </a:lnTo>
                  <a:lnTo>
                    <a:pt x="5393055" y="1160970"/>
                  </a:lnTo>
                  <a:lnTo>
                    <a:pt x="5402351" y="1160741"/>
                  </a:lnTo>
                  <a:lnTo>
                    <a:pt x="5448046" y="1152817"/>
                  </a:lnTo>
                  <a:lnTo>
                    <a:pt x="5490426" y="1134021"/>
                  </a:lnTo>
                  <a:lnTo>
                    <a:pt x="5526989" y="1105484"/>
                  </a:lnTo>
                  <a:lnTo>
                    <a:pt x="5527433" y="1105027"/>
                  </a:lnTo>
                  <a:lnTo>
                    <a:pt x="5533415" y="1098740"/>
                  </a:lnTo>
                  <a:lnTo>
                    <a:pt x="5560123" y="1060831"/>
                  </a:lnTo>
                  <a:lnTo>
                    <a:pt x="5576811" y="1017574"/>
                  </a:lnTo>
                  <a:lnTo>
                    <a:pt x="5582488" y="971537"/>
                  </a:lnTo>
                  <a:lnTo>
                    <a:pt x="5582488" y="189433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014" y="1639528"/>
              <a:ext cx="70898" cy="11609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40042" y="1799644"/>
            <a:ext cx="4814570" cy="8134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95" dirty="0">
                <a:solidFill>
                  <a:srgbClr val="374552"/>
                </a:solidFill>
                <a:latin typeface="Tahoma"/>
                <a:cs typeface="Tahoma"/>
              </a:rPr>
              <a:t>Career </a:t>
            </a:r>
            <a:r>
              <a:rPr sz="1550" b="1" spc="-10" dirty="0">
                <a:solidFill>
                  <a:srgbClr val="374552"/>
                </a:solidFill>
                <a:latin typeface="Tahoma"/>
                <a:cs typeface="Tahoma"/>
              </a:rPr>
              <a:t>Confusion</a:t>
            </a:r>
            <a:endParaRPr sz="1550">
              <a:latin typeface="Tahoma"/>
              <a:cs typeface="Tahoma"/>
            </a:endParaRPr>
          </a:p>
          <a:p>
            <a:pPr marL="12700" marR="5080">
              <a:lnSpc>
                <a:spcPct val="130800"/>
              </a:lnSpc>
              <a:spcBef>
                <a:spcPts val="555"/>
              </a:spcBef>
            </a:pPr>
            <a:r>
              <a:rPr sz="1200" spc="-175" dirty="0">
                <a:solidFill>
                  <a:srgbClr val="374552"/>
                </a:solidFill>
                <a:latin typeface="Verdana"/>
                <a:cs typeface="Verdana"/>
              </a:rPr>
              <a:t>75%</a:t>
            </a:r>
            <a:r>
              <a:rPr sz="120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graduates</a:t>
            </a:r>
            <a:r>
              <a:rPr sz="120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face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significant</a:t>
            </a:r>
            <a:r>
              <a:rPr sz="120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uncertainty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about</a:t>
            </a:r>
            <a:r>
              <a:rPr sz="120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their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career paths.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4014" y="2960013"/>
            <a:ext cx="5601335" cy="913130"/>
            <a:chOff x="514014" y="2960013"/>
            <a:chExt cx="5601335" cy="913130"/>
          </a:xfrm>
        </p:grpSpPr>
        <p:sp>
          <p:nvSpPr>
            <p:cNvPr id="11" name="object 11"/>
            <p:cNvSpPr/>
            <p:nvPr/>
          </p:nvSpPr>
          <p:spPr>
            <a:xfrm>
              <a:off x="532511" y="2960014"/>
              <a:ext cx="5582920" cy="913130"/>
            </a:xfrm>
            <a:custGeom>
              <a:avLst/>
              <a:gdLst/>
              <a:ahLst/>
              <a:cxnLst/>
              <a:rect l="l" t="t" r="r" b="b"/>
              <a:pathLst>
                <a:path w="5582920" h="913129">
                  <a:moveTo>
                    <a:pt x="5582488" y="189433"/>
                  </a:moveTo>
                  <a:lnTo>
                    <a:pt x="5576811" y="143395"/>
                  </a:lnTo>
                  <a:lnTo>
                    <a:pt x="5560123" y="100139"/>
                  </a:lnTo>
                  <a:lnTo>
                    <a:pt x="5533415" y="62230"/>
                  </a:lnTo>
                  <a:lnTo>
                    <a:pt x="5527433" y="55943"/>
                  </a:lnTo>
                  <a:lnTo>
                    <a:pt x="5527002" y="55486"/>
                  </a:lnTo>
                  <a:lnTo>
                    <a:pt x="5490426" y="26949"/>
                  </a:lnTo>
                  <a:lnTo>
                    <a:pt x="5448046" y="8153"/>
                  </a:lnTo>
                  <a:lnTo>
                    <a:pt x="5403862" y="342"/>
                  </a:lnTo>
                  <a:lnTo>
                    <a:pt x="5406898" y="342"/>
                  </a:lnTo>
                  <a:lnTo>
                    <a:pt x="5393055" y="0"/>
                  </a:lnTo>
                  <a:lnTo>
                    <a:pt x="70116" y="0"/>
                  </a:lnTo>
                  <a:lnTo>
                    <a:pt x="30721" y="11938"/>
                  </a:lnTo>
                  <a:lnTo>
                    <a:pt x="4622" y="43776"/>
                  </a:lnTo>
                  <a:lnTo>
                    <a:pt x="0" y="60896"/>
                  </a:lnTo>
                  <a:lnTo>
                    <a:pt x="1016" y="57073"/>
                  </a:lnTo>
                  <a:lnTo>
                    <a:pt x="8216" y="44043"/>
                  </a:lnTo>
                  <a:lnTo>
                    <a:pt x="42989" y="21767"/>
                  </a:lnTo>
                  <a:lnTo>
                    <a:pt x="70116" y="17729"/>
                  </a:lnTo>
                  <a:lnTo>
                    <a:pt x="5393055" y="17729"/>
                  </a:lnTo>
                  <a:lnTo>
                    <a:pt x="5442826" y="25082"/>
                  </a:lnTo>
                  <a:lnTo>
                    <a:pt x="5488470" y="46647"/>
                  </a:lnTo>
                  <a:lnTo>
                    <a:pt x="5514886" y="68491"/>
                  </a:lnTo>
                  <a:lnTo>
                    <a:pt x="5525846" y="80556"/>
                  </a:lnTo>
                  <a:lnTo>
                    <a:pt x="5551690" y="123723"/>
                  </a:lnTo>
                  <a:lnTo>
                    <a:pt x="5563946" y="172516"/>
                  </a:lnTo>
                  <a:lnTo>
                    <a:pt x="5564759" y="189433"/>
                  </a:lnTo>
                  <a:lnTo>
                    <a:pt x="5564759" y="723392"/>
                  </a:lnTo>
                  <a:lnTo>
                    <a:pt x="5557405" y="773163"/>
                  </a:lnTo>
                  <a:lnTo>
                    <a:pt x="5535841" y="818807"/>
                  </a:lnTo>
                  <a:lnTo>
                    <a:pt x="5501932" y="856183"/>
                  </a:lnTo>
                  <a:lnTo>
                    <a:pt x="5458765" y="882027"/>
                  </a:lnTo>
                  <a:lnTo>
                    <a:pt x="5409971" y="894283"/>
                  </a:lnTo>
                  <a:lnTo>
                    <a:pt x="5393055" y="895096"/>
                  </a:lnTo>
                  <a:lnTo>
                    <a:pt x="70116" y="895096"/>
                  </a:lnTo>
                  <a:lnTo>
                    <a:pt x="30721" y="886142"/>
                  </a:lnTo>
                  <a:lnTo>
                    <a:pt x="1016" y="855764"/>
                  </a:lnTo>
                  <a:lnTo>
                    <a:pt x="12" y="851941"/>
                  </a:lnTo>
                  <a:lnTo>
                    <a:pt x="571" y="855764"/>
                  </a:lnTo>
                  <a:lnTo>
                    <a:pt x="19989" y="892060"/>
                  </a:lnTo>
                  <a:lnTo>
                    <a:pt x="56286" y="911479"/>
                  </a:lnTo>
                  <a:lnTo>
                    <a:pt x="63868" y="912596"/>
                  </a:lnTo>
                  <a:lnTo>
                    <a:pt x="65392" y="912596"/>
                  </a:lnTo>
                  <a:lnTo>
                    <a:pt x="70116" y="912825"/>
                  </a:lnTo>
                  <a:lnTo>
                    <a:pt x="5393055" y="912825"/>
                  </a:lnTo>
                  <a:lnTo>
                    <a:pt x="5402351" y="912596"/>
                  </a:lnTo>
                  <a:lnTo>
                    <a:pt x="5448046" y="904671"/>
                  </a:lnTo>
                  <a:lnTo>
                    <a:pt x="5472989" y="895096"/>
                  </a:lnTo>
                  <a:lnTo>
                    <a:pt x="5474055" y="894626"/>
                  </a:lnTo>
                  <a:lnTo>
                    <a:pt x="5513222" y="869823"/>
                  </a:lnTo>
                  <a:lnTo>
                    <a:pt x="5545201" y="836244"/>
                  </a:lnTo>
                  <a:lnTo>
                    <a:pt x="5568061" y="795883"/>
                  </a:lnTo>
                  <a:lnTo>
                    <a:pt x="5580431" y="751179"/>
                  </a:lnTo>
                  <a:lnTo>
                    <a:pt x="5582488" y="723392"/>
                  </a:lnTo>
                  <a:lnTo>
                    <a:pt x="5582488" y="189433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014" y="2960013"/>
              <a:ext cx="70898" cy="91281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40042" y="3120129"/>
            <a:ext cx="4383405" cy="5657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374552"/>
                </a:solidFill>
                <a:latin typeface="Tahoma"/>
                <a:cs typeface="Tahoma"/>
              </a:rPr>
              <a:t>Skill</a:t>
            </a:r>
            <a:r>
              <a:rPr sz="1550" b="1" spc="-12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374552"/>
                </a:solidFill>
                <a:latin typeface="Tahoma"/>
                <a:cs typeface="Tahoma"/>
              </a:rPr>
              <a:t>Gap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200" spc="-25" dirty="0">
                <a:solidFill>
                  <a:srgbClr val="374552"/>
                </a:solidFill>
                <a:latin typeface="Verdana"/>
                <a:cs typeface="Verdana"/>
              </a:rPr>
              <a:t>Disparity</a:t>
            </a:r>
            <a:r>
              <a:rPr sz="12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between</a:t>
            </a:r>
            <a:r>
              <a:rPr sz="12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academic</a:t>
            </a:r>
            <a:r>
              <a:rPr sz="12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374552"/>
                </a:solidFill>
                <a:latin typeface="Verdana"/>
                <a:cs typeface="Verdana"/>
              </a:rPr>
              <a:t>skills</a:t>
            </a:r>
            <a:r>
              <a:rPr sz="12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2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industry</a:t>
            </a:r>
            <a:r>
              <a:rPr sz="120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demands.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4014" y="4032354"/>
            <a:ext cx="5601335" cy="913130"/>
            <a:chOff x="514014" y="4032354"/>
            <a:chExt cx="5601335" cy="913130"/>
          </a:xfrm>
        </p:grpSpPr>
        <p:sp>
          <p:nvSpPr>
            <p:cNvPr id="15" name="object 15"/>
            <p:cNvSpPr/>
            <p:nvPr/>
          </p:nvSpPr>
          <p:spPr>
            <a:xfrm>
              <a:off x="532511" y="4032364"/>
              <a:ext cx="5582920" cy="913130"/>
            </a:xfrm>
            <a:custGeom>
              <a:avLst/>
              <a:gdLst/>
              <a:ahLst/>
              <a:cxnLst/>
              <a:rect l="l" t="t" r="r" b="b"/>
              <a:pathLst>
                <a:path w="5582920" h="913129">
                  <a:moveTo>
                    <a:pt x="5582488" y="189420"/>
                  </a:moveTo>
                  <a:lnTo>
                    <a:pt x="5576811" y="143383"/>
                  </a:lnTo>
                  <a:lnTo>
                    <a:pt x="5560123" y="100126"/>
                  </a:lnTo>
                  <a:lnTo>
                    <a:pt x="5533415" y="62217"/>
                  </a:lnTo>
                  <a:lnTo>
                    <a:pt x="5527433" y="55930"/>
                  </a:lnTo>
                  <a:lnTo>
                    <a:pt x="5527002" y="55473"/>
                  </a:lnTo>
                  <a:lnTo>
                    <a:pt x="5490426" y="26936"/>
                  </a:lnTo>
                  <a:lnTo>
                    <a:pt x="5448046" y="8153"/>
                  </a:lnTo>
                  <a:lnTo>
                    <a:pt x="5403862" y="330"/>
                  </a:lnTo>
                  <a:lnTo>
                    <a:pt x="5406898" y="330"/>
                  </a:lnTo>
                  <a:lnTo>
                    <a:pt x="5393055" y="0"/>
                  </a:lnTo>
                  <a:lnTo>
                    <a:pt x="70116" y="0"/>
                  </a:lnTo>
                  <a:lnTo>
                    <a:pt x="30721" y="11938"/>
                  </a:lnTo>
                  <a:lnTo>
                    <a:pt x="4622" y="43764"/>
                  </a:lnTo>
                  <a:lnTo>
                    <a:pt x="0" y="60883"/>
                  </a:lnTo>
                  <a:lnTo>
                    <a:pt x="1016" y="57061"/>
                  </a:lnTo>
                  <a:lnTo>
                    <a:pt x="8216" y="44030"/>
                  </a:lnTo>
                  <a:lnTo>
                    <a:pt x="42989" y="21767"/>
                  </a:lnTo>
                  <a:lnTo>
                    <a:pt x="70116" y="17716"/>
                  </a:lnTo>
                  <a:lnTo>
                    <a:pt x="5393055" y="17716"/>
                  </a:lnTo>
                  <a:lnTo>
                    <a:pt x="5442826" y="25069"/>
                  </a:lnTo>
                  <a:lnTo>
                    <a:pt x="5488470" y="46634"/>
                  </a:lnTo>
                  <a:lnTo>
                    <a:pt x="5514886" y="68478"/>
                  </a:lnTo>
                  <a:lnTo>
                    <a:pt x="5525846" y="80556"/>
                  </a:lnTo>
                  <a:lnTo>
                    <a:pt x="5551690" y="123710"/>
                  </a:lnTo>
                  <a:lnTo>
                    <a:pt x="5563946" y="172516"/>
                  </a:lnTo>
                  <a:lnTo>
                    <a:pt x="5564759" y="189420"/>
                  </a:lnTo>
                  <a:lnTo>
                    <a:pt x="5564759" y="723392"/>
                  </a:lnTo>
                  <a:lnTo>
                    <a:pt x="5557405" y="773150"/>
                  </a:lnTo>
                  <a:lnTo>
                    <a:pt x="5535841" y="818794"/>
                  </a:lnTo>
                  <a:lnTo>
                    <a:pt x="5514886" y="844334"/>
                  </a:lnTo>
                  <a:lnTo>
                    <a:pt x="5514467" y="844804"/>
                  </a:lnTo>
                  <a:lnTo>
                    <a:pt x="5474081" y="874788"/>
                  </a:lnTo>
                  <a:lnTo>
                    <a:pt x="5426557" y="891819"/>
                  </a:lnTo>
                  <a:lnTo>
                    <a:pt x="5393055" y="895096"/>
                  </a:lnTo>
                  <a:lnTo>
                    <a:pt x="70116" y="895096"/>
                  </a:lnTo>
                  <a:lnTo>
                    <a:pt x="30721" y="886142"/>
                  </a:lnTo>
                  <a:lnTo>
                    <a:pt x="1016" y="855751"/>
                  </a:lnTo>
                  <a:lnTo>
                    <a:pt x="12" y="851928"/>
                  </a:lnTo>
                  <a:lnTo>
                    <a:pt x="571" y="855751"/>
                  </a:lnTo>
                  <a:lnTo>
                    <a:pt x="19989" y="892048"/>
                  </a:lnTo>
                  <a:lnTo>
                    <a:pt x="56286" y="911466"/>
                  </a:lnTo>
                  <a:lnTo>
                    <a:pt x="63868" y="912583"/>
                  </a:lnTo>
                  <a:lnTo>
                    <a:pt x="65392" y="912583"/>
                  </a:lnTo>
                  <a:lnTo>
                    <a:pt x="70116" y="912812"/>
                  </a:lnTo>
                  <a:lnTo>
                    <a:pt x="5393055" y="912812"/>
                  </a:lnTo>
                  <a:lnTo>
                    <a:pt x="5402351" y="912583"/>
                  </a:lnTo>
                  <a:lnTo>
                    <a:pt x="5448046" y="904659"/>
                  </a:lnTo>
                  <a:lnTo>
                    <a:pt x="5472989" y="895096"/>
                  </a:lnTo>
                  <a:lnTo>
                    <a:pt x="5474055" y="894626"/>
                  </a:lnTo>
                  <a:lnTo>
                    <a:pt x="5513222" y="869810"/>
                  </a:lnTo>
                  <a:lnTo>
                    <a:pt x="5545201" y="836244"/>
                  </a:lnTo>
                  <a:lnTo>
                    <a:pt x="5568061" y="795883"/>
                  </a:lnTo>
                  <a:lnTo>
                    <a:pt x="5580431" y="751166"/>
                  </a:lnTo>
                  <a:lnTo>
                    <a:pt x="5582488" y="723392"/>
                  </a:lnTo>
                  <a:lnTo>
                    <a:pt x="5582488" y="189420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014" y="4032354"/>
              <a:ext cx="70898" cy="91281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40042" y="4192470"/>
            <a:ext cx="3809365" cy="5657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50" dirty="0">
                <a:solidFill>
                  <a:srgbClr val="374552"/>
                </a:solidFill>
                <a:latin typeface="Tahoma"/>
                <a:cs typeface="Tahoma"/>
              </a:rPr>
              <a:t>Lack</a:t>
            </a:r>
            <a:r>
              <a:rPr sz="1550" b="1" spc="-13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550" b="1" spc="-60" dirty="0">
                <a:solidFill>
                  <a:srgbClr val="374552"/>
                </a:solidFill>
                <a:latin typeface="Tahoma"/>
                <a:cs typeface="Tahoma"/>
              </a:rPr>
              <a:t>of</a:t>
            </a:r>
            <a:r>
              <a:rPr sz="1550" b="1" spc="-12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374552"/>
                </a:solidFill>
                <a:latin typeface="Tahoma"/>
                <a:cs typeface="Tahoma"/>
              </a:rPr>
              <a:t>Guidance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Limited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 personalized </a:t>
            </a:r>
            <a:r>
              <a:rPr sz="1200" spc="-20" dirty="0">
                <a:solidFill>
                  <a:srgbClr val="374552"/>
                </a:solidFill>
                <a:latin typeface="Verdana"/>
                <a:cs typeface="Verdana"/>
              </a:rPr>
              <a:t>career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counseling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 resources.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4014" y="5104692"/>
            <a:ext cx="5601335" cy="913130"/>
            <a:chOff x="514014" y="5104692"/>
            <a:chExt cx="5601335" cy="913130"/>
          </a:xfrm>
        </p:grpSpPr>
        <p:sp>
          <p:nvSpPr>
            <p:cNvPr id="19" name="object 19"/>
            <p:cNvSpPr/>
            <p:nvPr/>
          </p:nvSpPr>
          <p:spPr>
            <a:xfrm>
              <a:off x="532511" y="5104701"/>
              <a:ext cx="5582920" cy="913130"/>
            </a:xfrm>
            <a:custGeom>
              <a:avLst/>
              <a:gdLst/>
              <a:ahLst/>
              <a:cxnLst/>
              <a:rect l="l" t="t" r="r" b="b"/>
              <a:pathLst>
                <a:path w="5582920" h="913129">
                  <a:moveTo>
                    <a:pt x="5582488" y="189433"/>
                  </a:moveTo>
                  <a:lnTo>
                    <a:pt x="5576811" y="143395"/>
                  </a:lnTo>
                  <a:lnTo>
                    <a:pt x="5560123" y="100139"/>
                  </a:lnTo>
                  <a:lnTo>
                    <a:pt x="5533415" y="62217"/>
                  </a:lnTo>
                  <a:lnTo>
                    <a:pt x="5527433" y="55930"/>
                  </a:lnTo>
                  <a:lnTo>
                    <a:pt x="5527002" y="55473"/>
                  </a:lnTo>
                  <a:lnTo>
                    <a:pt x="5490426" y="26949"/>
                  </a:lnTo>
                  <a:lnTo>
                    <a:pt x="5473001" y="17729"/>
                  </a:lnTo>
                  <a:lnTo>
                    <a:pt x="5465546" y="14414"/>
                  </a:lnTo>
                  <a:lnTo>
                    <a:pt x="5420830" y="2044"/>
                  </a:lnTo>
                  <a:lnTo>
                    <a:pt x="5403862" y="342"/>
                  </a:lnTo>
                  <a:lnTo>
                    <a:pt x="5406898" y="342"/>
                  </a:lnTo>
                  <a:lnTo>
                    <a:pt x="5393055" y="0"/>
                  </a:lnTo>
                  <a:lnTo>
                    <a:pt x="70116" y="0"/>
                  </a:lnTo>
                  <a:lnTo>
                    <a:pt x="30721" y="11938"/>
                  </a:lnTo>
                  <a:lnTo>
                    <a:pt x="4622" y="43764"/>
                  </a:lnTo>
                  <a:lnTo>
                    <a:pt x="0" y="60883"/>
                  </a:lnTo>
                  <a:lnTo>
                    <a:pt x="1016" y="57061"/>
                  </a:lnTo>
                  <a:lnTo>
                    <a:pt x="8216" y="44030"/>
                  </a:lnTo>
                  <a:lnTo>
                    <a:pt x="42989" y="21767"/>
                  </a:lnTo>
                  <a:lnTo>
                    <a:pt x="70116" y="17729"/>
                  </a:lnTo>
                  <a:lnTo>
                    <a:pt x="5393055" y="17729"/>
                  </a:lnTo>
                  <a:lnTo>
                    <a:pt x="5442826" y="25082"/>
                  </a:lnTo>
                  <a:lnTo>
                    <a:pt x="5488470" y="46634"/>
                  </a:lnTo>
                  <a:lnTo>
                    <a:pt x="5525846" y="80556"/>
                  </a:lnTo>
                  <a:lnTo>
                    <a:pt x="5551690" y="123723"/>
                  </a:lnTo>
                  <a:lnTo>
                    <a:pt x="5563946" y="172516"/>
                  </a:lnTo>
                  <a:lnTo>
                    <a:pt x="5564759" y="189433"/>
                  </a:lnTo>
                  <a:lnTo>
                    <a:pt x="5564759" y="723379"/>
                  </a:lnTo>
                  <a:lnTo>
                    <a:pt x="5557405" y="773150"/>
                  </a:lnTo>
                  <a:lnTo>
                    <a:pt x="5535841" y="818794"/>
                  </a:lnTo>
                  <a:lnTo>
                    <a:pt x="5514886" y="844334"/>
                  </a:lnTo>
                  <a:lnTo>
                    <a:pt x="5514467" y="844804"/>
                  </a:lnTo>
                  <a:lnTo>
                    <a:pt x="5474081" y="874801"/>
                  </a:lnTo>
                  <a:lnTo>
                    <a:pt x="5426557" y="891819"/>
                  </a:lnTo>
                  <a:lnTo>
                    <a:pt x="5393055" y="895096"/>
                  </a:lnTo>
                  <a:lnTo>
                    <a:pt x="70116" y="895096"/>
                  </a:lnTo>
                  <a:lnTo>
                    <a:pt x="30721" y="886142"/>
                  </a:lnTo>
                  <a:lnTo>
                    <a:pt x="1016" y="855751"/>
                  </a:lnTo>
                  <a:lnTo>
                    <a:pt x="0" y="851928"/>
                  </a:lnTo>
                  <a:lnTo>
                    <a:pt x="571" y="855751"/>
                  </a:lnTo>
                  <a:lnTo>
                    <a:pt x="19989" y="892048"/>
                  </a:lnTo>
                  <a:lnTo>
                    <a:pt x="56286" y="911466"/>
                  </a:lnTo>
                  <a:lnTo>
                    <a:pt x="63881" y="912583"/>
                  </a:lnTo>
                  <a:lnTo>
                    <a:pt x="65417" y="912583"/>
                  </a:lnTo>
                  <a:lnTo>
                    <a:pt x="70116" y="912812"/>
                  </a:lnTo>
                  <a:lnTo>
                    <a:pt x="5393055" y="912812"/>
                  </a:lnTo>
                  <a:lnTo>
                    <a:pt x="5402351" y="912583"/>
                  </a:lnTo>
                  <a:lnTo>
                    <a:pt x="5448046" y="904659"/>
                  </a:lnTo>
                  <a:lnTo>
                    <a:pt x="5490426" y="885875"/>
                  </a:lnTo>
                  <a:lnTo>
                    <a:pt x="5527002" y="857338"/>
                  </a:lnTo>
                  <a:lnTo>
                    <a:pt x="5527433" y="856881"/>
                  </a:lnTo>
                  <a:lnTo>
                    <a:pt x="5533415" y="850595"/>
                  </a:lnTo>
                  <a:lnTo>
                    <a:pt x="5560123" y="812685"/>
                  </a:lnTo>
                  <a:lnTo>
                    <a:pt x="5576811" y="769429"/>
                  </a:lnTo>
                  <a:lnTo>
                    <a:pt x="5582488" y="723379"/>
                  </a:lnTo>
                  <a:lnTo>
                    <a:pt x="5582488" y="189433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4014" y="5104695"/>
              <a:ext cx="70898" cy="91281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40042" y="5264812"/>
            <a:ext cx="4422140" cy="5657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95" dirty="0">
                <a:solidFill>
                  <a:srgbClr val="374552"/>
                </a:solidFill>
                <a:latin typeface="Tahoma"/>
                <a:cs typeface="Tahoma"/>
              </a:rPr>
              <a:t>Rising</a:t>
            </a:r>
            <a:r>
              <a:rPr sz="1550" b="1" spc="-10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550" b="1" spc="-40" dirty="0">
                <a:solidFill>
                  <a:srgbClr val="374552"/>
                </a:solidFill>
                <a:latin typeface="Tahoma"/>
                <a:cs typeface="Tahoma"/>
              </a:rPr>
              <a:t>Unemployment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Qualified</a:t>
            </a:r>
            <a:r>
              <a:rPr sz="120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graduates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struggle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find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suitable</a:t>
            </a:r>
            <a:r>
              <a:rPr sz="120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employment.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C363F0-2BC5-8236-23B0-E9B281FD3BAF}"/>
              </a:ext>
            </a:extLst>
          </p:cNvPr>
          <p:cNvSpPr txBox="1"/>
          <p:nvPr/>
        </p:nvSpPr>
        <p:spPr>
          <a:xfrm>
            <a:off x="8913719" y="5998921"/>
            <a:ext cx="1632439" cy="389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CACC51-28B3-7FD3-8A4C-9EDB28B5B7F5}"/>
              </a:ext>
            </a:extLst>
          </p:cNvPr>
          <p:cNvSpPr txBox="1"/>
          <p:nvPr/>
        </p:nvSpPr>
        <p:spPr>
          <a:xfrm>
            <a:off x="10134600" y="5737225"/>
            <a:ext cx="1071276" cy="6237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32119" y="4445"/>
            <a:ext cx="4874878" cy="6440805"/>
            <a:chOff x="6708775" y="0"/>
            <a:chExt cx="4025265" cy="64408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8775" y="0"/>
              <a:ext cx="4025264" cy="6440423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6914" y="5957392"/>
              <a:ext cx="1647675" cy="39358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20"/>
              </a:spcBef>
            </a:pPr>
            <a:r>
              <a:rPr sz="3150" spc="-310" dirty="0"/>
              <a:t>Our</a:t>
            </a:r>
            <a:r>
              <a:rPr sz="3150" spc="-265" dirty="0"/>
              <a:t> </a:t>
            </a:r>
            <a:r>
              <a:rPr sz="3150" spc="-180" dirty="0"/>
              <a:t>Solution:</a:t>
            </a:r>
            <a:r>
              <a:rPr sz="3150" spc="-265" dirty="0"/>
              <a:t> </a:t>
            </a:r>
            <a:r>
              <a:rPr sz="3150" spc="-110" dirty="0"/>
              <a:t>Edu2Job</a:t>
            </a:r>
            <a:endParaRPr sz="3150"/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8807" y="1153909"/>
            <a:ext cx="358190" cy="3908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22604" y="1727108"/>
            <a:ext cx="3634104" cy="570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-125" dirty="0">
                <a:solidFill>
                  <a:srgbClr val="374552"/>
                </a:solidFill>
                <a:latin typeface="Tahoma"/>
                <a:cs typeface="Tahoma"/>
              </a:rPr>
              <a:t>AI-Driven</a:t>
            </a:r>
            <a:r>
              <a:rPr sz="1550" b="1" spc="-6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374552"/>
                </a:solidFill>
                <a:latin typeface="Tahoma"/>
                <a:cs typeface="Tahoma"/>
              </a:rPr>
              <a:t>Platform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Leveraging</a:t>
            </a:r>
            <a:r>
              <a:rPr sz="120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advanced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374552"/>
                </a:solidFill>
                <a:latin typeface="Verdana"/>
                <a:cs typeface="Verdana"/>
              </a:rPr>
              <a:t>AI</a:t>
            </a:r>
            <a:r>
              <a:rPr sz="120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precise</a:t>
            </a:r>
            <a:r>
              <a:rPr sz="120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predictions.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9179" y="2621374"/>
            <a:ext cx="357505" cy="399415"/>
            <a:chOff x="549179" y="2621374"/>
            <a:chExt cx="357505" cy="39941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179" y="2621374"/>
              <a:ext cx="357437" cy="3993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67632" y="3012174"/>
              <a:ext cx="268605" cy="635"/>
            </a:xfrm>
            <a:custGeom>
              <a:avLst/>
              <a:gdLst/>
              <a:ahLst/>
              <a:cxnLst/>
              <a:rect l="l" t="t" r="r" b="b"/>
              <a:pathLst>
                <a:path w="268605" h="635">
                  <a:moveTo>
                    <a:pt x="268522" y="59"/>
                  </a:moveTo>
                  <a:lnTo>
                    <a:pt x="0" y="0"/>
                  </a:lnTo>
                </a:path>
              </a:pathLst>
            </a:custGeom>
            <a:ln w="169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2604" y="3194094"/>
            <a:ext cx="3484245" cy="5708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-85" dirty="0">
                <a:solidFill>
                  <a:srgbClr val="374552"/>
                </a:solidFill>
                <a:latin typeface="Tahoma"/>
                <a:cs typeface="Tahoma"/>
              </a:rPr>
              <a:t>Personalized</a:t>
            </a:r>
            <a:r>
              <a:rPr sz="1550" b="1" spc="-4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550" b="1" spc="-30" dirty="0">
                <a:solidFill>
                  <a:srgbClr val="374552"/>
                </a:solidFill>
                <a:latin typeface="Tahoma"/>
                <a:cs typeface="Tahoma"/>
              </a:rPr>
              <a:t>Recommendations</a:t>
            </a:r>
            <a:endParaRPr sz="15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200" spc="-20" dirty="0">
                <a:solidFill>
                  <a:srgbClr val="374552"/>
                </a:solidFill>
                <a:latin typeface="Verdana"/>
                <a:cs typeface="Verdana"/>
              </a:rPr>
              <a:t>Tailored</a:t>
            </a:r>
            <a:r>
              <a:rPr sz="12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job</a:t>
            </a:r>
            <a:r>
              <a:rPr sz="12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374552"/>
                </a:solidFill>
                <a:latin typeface="Verdana"/>
                <a:cs typeface="Verdana"/>
              </a:rPr>
              <a:t>roles</a:t>
            </a:r>
            <a:r>
              <a:rPr sz="12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based</a:t>
            </a:r>
            <a:r>
              <a:rPr sz="120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on</a:t>
            </a:r>
            <a:r>
              <a:rPr sz="12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individual</a:t>
            </a:r>
            <a:r>
              <a:rPr sz="12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profiles.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36701" y="4115204"/>
            <a:ext cx="382905" cy="346075"/>
          </a:xfrm>
          <a:custGeom>
            <a:avLst/>
            <a:gdLst/>
            <a:ahLst/>
            <a:cxnLst/>
            <a:rect l="l" t="t" r="r" b="b"/>
            <a:pathLst>
              <a:path w="382905" h="346075">
                <a:moveTo>
                  <a:pt x="0" y="0"/>
                </a:moveTo>
                <a:lnTo>
                  <a:pt x="102" y="345636"/>
                </a:lnTo>
              </a:path>
              <a:path w="382905" h="346075">
                <a:moveTo>
                  <a:pt x="102" y="345636"/>
                </a:moveTo>
                <a:lnTo>
                  <a:pt x="382036" y="345624"/>
                </a:lnTo>
              </a:path>
              <a:path w="382905" h="346075">
                <a:moveTo>
                  <a:pt x="313108" y="24306"/>
                </a:moveTo>
                <a:lnTo>
                  <a:pt x="380522" y="4186"/>
                </a:lnTo>
              </a:path>
              <a:path w="382905" h="346075">
                <a:moveTo>
                  <a:pt x="380522" y="4186"/>
                </a:moveTo>
                <a:lnTo>
                  <a:pt x="236730" y="198007"/>
                </a:lnTo>
              </a:path>
              <a:path w="382905" h="346075">
                <a:moveTo>
                  <a:pt x="236730" y="198007"/>
                </a:moveTo>
                <a:lnTo>
                  <a:pt x="170156" y="128152"/>
                </a:lnTo>
              </a:path>
              <a:path w="382905" h="346075">
                <a:moveTo>
                  <a:pt x="42414" y="285644"/>
                </a:moveTo>
                <a:lnTo>
                  <a:pt x="170156" y="128152"/>
                </a:lnTo>
              </a:path>
              <a:path w="382905" h="346075">
                <a:moveTo>
                  <a:pt x="382185" y="72454"/>
                </a:moveTo>
                <a:lnTo>
                  <a:pt x="382400" y="3625"/>
                </a:lnTo>
              </a:path>
            </a:pathLst>
          </a:custGeom>
          <a:ln w="171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2604" y="4661079"/>
            <a:ext cx="4059554" cy="9765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b="1" spc="-80" dirty="0">
                <a:solidFill>
                  <a:srgbClr val="374552"/>
                </a:solidFill>
                <a:latin typeface="Tahoma"/>
                <a:cs typeface="Tahoma"/>
              </a:rPr>
              <a:t>Skill</a:t>
            </a:r>
            <a:r>
              <a:rPr sz="1550" b="1" spc="-12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550" b="1" spc="-120" dirty="0">
                <a:solidFill>
                  <a:srgbClr val="374552"/>
                </a:solidFill>
                <a:latin typeface="Tahoma"/>
                <a:cs typeface="Tahoma"/>
              </a:rPr>
              <a:t>Gap </a:t>
            </a:r>
            <a:r>
              <a:rPr sz="1550" b="1" spc="-10" dirty="0">
                <a:solidFill>
                  <a:srgbClr val="374552"/>
                </a:solidFill>
                <a:latin typeface="Tahoma"/>
                <a:cs typeface="Tahoma"/>
              </a:rPr>
              <a:t>Analysis</a:t>
            </a:r>
            <a:endParaRPr sz="15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200" spc="-20" dirty="0">
                <a:solidFill>
                  <a:srgbClr val="374552"/>
                </a:solidFill>
                <a:latin typeface="Verdana"/>
                <a:cs typeface="Verdana"/>
              </a:rPr>
              <a:t>Clear</a:t>
            </a:r>
            <a:r>
              <a:rPr sz="12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roadmaps</a:t>
            </a:r>
            <a:r>
              <a:rPr sz="12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2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bridge</a:t>
            </a:r>
            <a:r>
              <a:rPr sz="12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education</a:t>
            </a:r>
            <a:r>
              <a:rPr sz="12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2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74552"/>
                </a:solidFill>
                <a:latin typeface="Verdana"/>
                <a:cs typeface="Verdana"/>
              </a:rPr>
              <a:t>employment.</a:t>
            </a:r>
            <a:endParaRPr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200" dirty="0">
              <a:latin typeface="Verdana"/>
              <a:cs typeface="Verdan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46F05C-14A8-B9D8-3DBD-21C5ED2DF564}"/>
              </a:ext>
            </a:extLst>
          </p:cNvPr>
          <p:cNvSpPr txBox="1"/>
          <p:nvPr/>
        </p:nvSpPr>
        <p:spPr>
          <a:xfrm>
            <a:off x="9381243" y="5889360"/>
            <a:ext cx="1995450" cy="550798"/>
          </a:xfrm>
          <a:prstGeom prst="rect">
            <a:avLst/>
          </a:prstGeom>
          <a:solidFill>
            <a:srgbClr val="9999F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104" y="380969"/>
            <a:ext cx="40151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65" dirty="0"/>
              <a:t>Key</a:t>
            </a:r>
            <a:r>
              <a:rPr sz="2900" spc="-240" dirty="0"/>
              <a:t> </a:t>
            </a:r>
            <a:r>
              <a:rPr sz="2900" spc="-190" dirty="0"/>
              <a:t>Objectives</a:t>
            </a:r>
            <a:r>
              <a:rPr sz="2900" spc="-235" dirty="0"/>
              <a:t> </a:t>
            </a:r>
            <a:r>
              <a:rPr sz="2900" spc="-135" dirty="0"/>
              <a:t>Achieved</a:t>
            </a:r>
            <a:endParaRPr sz="2900"/>
          </a:p>
        </p:txBody>
      </p:sp>
      <p:grpSp>
        <p:nvGrpSpPr>
          <p:cNvPr id="3" name="object 3"/>
          <p:cNvGrpSpPr/>
          <p:nvPr/>
        </p:nvGrpSpPr>
        <p:grpSpPr>
          <a:xfrm>
            <a:off x="492086" y="1123596"/>
            <a:ext cx="311785" cy="320040"/>
            <a:chOff x="492086" y="1123596"/>
            <a:chExt cx="311785" cy="320040"/>
          </a:xfrm>
        </p:grpSpPr>
        <p:sp>
          <p:nvSpPr>
            <p:cNvPr id="4" name="object 4"/>
            <p:cNvSpPr/>
            <p:nvPr/>
          </p:nvSpPr>
          <p:spPr>
            <a:xfrm>
              <a:off x="496186" y="1127697"/>
              <a:ext cx="303530" cy="311785"/>
            </a:xfrm>
            <a:custGeom>
              <a:avLst/>
              <a:gdLst/>
              <a:ahLst/>
              <a:cxnLst/>
              <a:rect l="l" t="t" r="r" b="b"/>
              <a:pathLst>
                <a:path w="303530" h="311784">
                  <a:moveTo>
                    <a:pt x="151726" y="0"/>
                  </a:moveTo>
                  <a:lnTo>
                    <a:pt x="107748" y="6495"/>
                  </a:lnTo>
                  <a:lnTo>
                    <a:pt x="67414" y="25546"/>
                  </a:lnTo>
                  <a:lnTo>
                    <a:pt x="34382" y="55519"/>
                  </a:lnTo>
                  <a:lnTo>
                    <a:pt x="11550" y="93660"/>
                  </a:lnTo>
                  <a:lnTo>
                    <a:pt x="721" y="136779"/>
                  </a:lnTo>
                  <a:lnTo>
                    <a:pt x="0" y="151726"/>
                  </a:lnTo>
                  <a:lnTo>
                    <a:pt x="0" y="159928"/>
                  </a:lnTo>
                  <a:lnTo>
                    <a:pt x="6496" y="203908"/>
                  </a:lnTo>
                  <a:lnTo>
                    <a:pt x="25547" y="244240"/>
                  </a:lnTo>
                  <a:lnTo>
                    <a:pt x="55518" y="277272"/>
                  </a:lnTo>
                  <a:lnTo>
                    <a:pt x="93662" y="300106"/>
                  </a:lnTo>
                  <a:lnTo>
                    <a:pt x="136780" y="310932"/>
                  </a:lnTo>
                  <a:lnTo>
                    <a:pt x="151726" y="311654"/>
                  </a:lnTo>
                  <a:lnTo>
                    <a:pt x="166672" y="310932"/>
                  </a:lnTo>
                  <a:lnTo>
                    <a:pt x="209790" y="300106"/>
                  </a:lnTo>
                  <a:lnTo>
                    <a:pt x="247934" y="277272"/>
                  </a:lnTo>
                  <a:lnTo>
                    <a:pt x="277906" y="244240"/>
                  </a:lnTo>
                  <a:lnTo>
                    <a:pt x="296956" y="203908"/>
                  </a:lnTo>
                  <a:lnTo>
                    <a:pt x="303453" y="159928"/>
                  </a:lnTo>
                  <a:lnTo>
                    <a:pt x="303453" y="151726"/>
                  </a:lnTo>
                  <a:lnTo>
                    <a:pt x="296956" y="107746"/>
                  </a:lnTo>
                  <a:lnTo>
                    <a:pt x="277906" y="67414"/>
                  </a:lnTo>
                  <a:lnTo>
                    <a:pt x="247934" y="34381"/>
                  </a:lnTo>
                  <a:lnTo>
                    <a:pt x="209790" y="11547"/>
                  </a:lnTo>
                  <a:lnTo>
                    <a:pt x="166672" y="721"/>
                  </a:lnTo>
                  <a:lnTo>
                    <a:pt x="15172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287" y="1131798"/>
              <a:ext cx="295251" cy="3034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6186" y="1127697"/>
              <a:ext cx="303530" cy="311785"/>
            </a:xfrm>
            <a:custGeom>
              <a:avLst/>
              <a:gdLst/>
              <a:ahLst/>
              <a:cxnLst/>
              <a:rect l="l" t="t" r="r" b="b"/>
              <a:pathLst>
                <a:path w="303530" h="311784">
                  <a:moveTo>
                    <a:pt x="0" y="159928"/>
                  </a:moveTo>
                  <a:lnTo>
                    <a:pt x="0" y="151726"/>
                  </a:lnTo>
                  <a:lnTo>
                    <a:pt x="181" y="144273"/>
                  </a:lnTo>
                  <a:lnTo>
                    <a:pt x="8864" y="100617"/>
                  </a:lnTo>
                  <a:lnTo>
                    <a:pt x="29862" y="61333"/>
                  </a:lnTo>
                  <a:lnTo>
                    <a:pt x="61335" y="29864"/>
                  </a:lnTo>
                  <a:lnTo>
                    <a:pt x="100619" y="8866"/>
                  </a:lnTo>
                  <a:lnTo>
                    <a:pt x="144273" y="182"/>
                  </a:lnTo>
                  <a:lnTo>
                    <a:pt x="151726" y="0"/>
                  </a:lnTo>
                  <a:lnTo>
                    <a:pt x="159179" y="182"/>
                  </a:lnTo>
                  <a:lnTo>
                    <a:pt x="202833" y="8866"/>
                  </a:lnTo>
                  <a:lnTo>
                    <a:pt x="242117" y="29864"/>
                  </a:lnTo>
                  <a:lnTo>
                    <a:pt x="273590" y="61333"/>
                  </a:lnTo>
                  <a:lnTo>
                    <a:pt x="294587" y="100617"/>
                  </a:lnTo>
                  <a:lnTo>
                    <a:pt x="303270" y="144273"/>
                  </a:lnTo>
                  <a:lnTo>
                    <a:pt x="303453" y="151726"/>
                  </a:lnTo>
                  <a:lnTo>
                    <a:pt x="303453" y="159928"/>
                  </a:lnTo>
                  <a:lnTo>
                    <a:pt x="296921" y="203971"/>
                  </a:lnTo>
                  <a:lnTo>
                    <a:pt x="277883" y="244216"/>
                  </a:lnTo>
                  <a:lnTo>
                    <a:pt x="247981" y="277212"/>
                  </a:lnTo>
                  <a:lnTo>
                    <a:pt x="209790" y="300106"/>
                  </a:lnTo>
                  <a:lnTo>
                    <a:pt x="166597" y="310924"/>
                  </a:lnTo>
                  <a:lnTo>
                    <a:pt x="151726" y="311654"/>
                  </a:lnTo>
                  <a:lnTo>
                    <a:pt x="144273" y="311472"/>
                  </a:lnTo>
                  <a:lnTo>
                    <a:pt x="100619" y="302788"/>
                  </a:lnTo>
                  <a:lnTo>
                    <a:pt x="61335" y="281790"/>
                  </a:lnTo>
                  <a:lnTo>
                    <a:pt x="29862" y="250316"/>
                  </a:lnTo>
                  <a:lnTo>
                    <a:pt x="8864" y="211035"/>
                  </a:lnTo>
                  <a:lnTo>
                    <a:pt x="181" y="167382"/>
                  </a:lnTo>
                  <a:lnTo>
                    <a:pt x="0" y="159928"/>
                  </a:lnTo>
                  <a:close/>
                </a:path>
              </a:pathLst>
            </a:custGeom>
            <a:ln w="8201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6641" y="1173435"/>
            <a:ext cx="4332605" cy="524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5"/>
              </a:lnSpc>
              <a:tabLst>
                <a:tab pos="349250" algn="l"/>
              </a:tabLst>
            </a:pPr>
            <a:r>
              <a:rPr sz="1750" b="1" spc="-555" dirty="0">
                <a:solidFill>
                  <a:srgbClr val="374552"/>
                </a:solidFill>
                <a:latin typeface="Tahoma"/>
                <a:cs typeface="Tahoma"/>
              </a:rPr>
              <a:t>1</a:t>
            </a:r>
            <a:r>
              <a:rPr sz="1750" b="1" dirty="0">
                <a:solidFill>
                  <a:srgbClr val="374552"/>
                </a:solidFill>
                <a:latin typeface="Tahoma"/>
                <a:cs typeface="Tahoma"/>
              </a:rPr>
              <a:t>	</a:t>
            </a:r>
            <a:r>
              <a:rPr sz="2175" b="1" spc="-104" baseline="1915" dirty="0">
                <a:solidFill>
                  <a:srgbClr val="374552"/>
                </a:solidFill>
                <a:latin typeface="Tahoma"/>
                <a:cs typeface="Tahoma"/>
              </a:rPr>
              <a:t>Accurate</a:t>
            </a:r>
            <a:r>
              <a:rPr sz="2175" b="1" spc="-150" baseline="191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2175" b="1" spc="-202" baseline="1915" dirty="0">
                <a:solidFill>
                  <a:srgbClr val="374552"/>
                </a:solidFill>
                <a:latin typeface="Tahoma"/>
                <a:cs typeface="Tahoma"/>
              </a:rPr>
              <a:t>ML</a:t>
            </a:r>
            <a:r>
              <a:rPr sz="2175" b="1" spc="-142" baseline="191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2175" b="1" spc="-15" baseline="1915" dirty="0">
                <a:solidFill>
                  <a:srgbClr val="374552"/>
                </a:solidFill>
                <a:latin typeface="Tahoma"/>
                <a:cs typeface="Tahoma"/>
              </a:rPr>
              <a:t>Model</a:t>
            </a:r>
            <a:endParaRPr sz="2175" baseline="1915" dirty="0">
              <a:latin typeface="Tahoma"/>
              <a:cs typeface="Tahoma"/>
            </a:endParaRPr>
          </a:p>
          <a:p>
            <a:pPr marL="349250">
              <a:lnSpc>
                <a:spcPct val="100000"/>
              </a:lnSpc>
              <a:spcBef>
                <a:spcPts val="800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Developed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a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robust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prediction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model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10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40" dirty="0">
                <a:solidFill>
                  <a:srgbClr val="374552"/>
                </a:solidFill>
                <a:latin typeface="Verdana"/>
                <a:cs typeface="Verdana"/>
              </a:rPr>
              <a:t>9</a:t>
            </a:r>
            <a:r>
              <a:rPr lang="en-IN" sz="1100" spc="-140" dirty="0">
                <a:solidFill>
                  <a:srgbClr val="374552"/>
                </a:solidFill>
                <a:latin typeface="Verdana"/>
                <a:cs typeface="Verdana"/>
              </a:rPr>
              <a:t>2</a:t>
            </a:r>
            <a:r>
              <a:rPr sz="1100" spc="-140" dirty="0">
                <a:solidFill>
                  <a:srgbClr val="374552"/>
                </a:solidFill>
                <a:latin typeface="Verdana"/>
                <a:cs typeface="Verdana"/>
              </a:rPr>
              <a:t>%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accuracy.</a:t>
            </a:r>
            <a:endParaRPr sz="1100" dirty="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2086" y="1992949"/>
            <a:ext cx="311785" cy="320040"/>
            <a:chOff x="492086" y="1992949"/>
            <a:chExt cx="311785" cy="320040"/>
          </a:xfrm>
        </p:grpSpPr>
        <p:sp>
          <p:nvSpPr>
            <p:cNvPr id="9" name="object 9"/>
            <p:cNvSpPr/>
            <p:nvPr/>
          </p:nvSpPr>
          <p:spPr>
            <a:xfrm>
              <a:off x="496186" y="1997049"/>
              <a:ext cx="303530" cy="311785"/>
            </a:xfrm>
            <a:custGeom>
              <a:avLst/>
              <a:gdLst/>
              <a:ahLst/>
              <a:cxnLst/>
              <a:rect l="l" t="t" r="r" b="b"/>
              <a:pathLst>
                <a:path w="303530" h="311785">
                  <a:moveTo>
                    <a:pt x="151726" y="0"/>
                  </a:moveTo>
                  <a:lnTo>
                    <a:pt x="107748" y="6495"/>
                  </a:lnTo>
                  <a:lnTo>
                    <a:pt x="67414" y="25546"/>
                  </a:lnTo>
                  <a:lnTo>
                    <a:pt x="34382" y="55519"/>
                  </a:lnTo>
                  <a:lnTo>
                    <a:pt x="11550" y="93660"/>
                  </a:lnTo>
                  <a:lnTo>
                    <a:pt x="721" y="136779"/>
                  </a:lnTo>
                  <a:lnTo>
                    <a:pt x="0" y="151726"/>
                  </a:lnTo>
                  <a:lnTo>
                    <a:pt x="0" y="159928"/>
                  </a:lnTo>
                  <a:lnTo>
                    <a:pt x="6496" y="203908"/>
                  </a:lnTo>
                  <a:lnTo>
                    <a:pt x="25547" y="244240"/>
                  </a:lnTo>
                  <a:lnTo>
                    <a:pt x="55518" y="277272"/>
                  </a:lnTo>
                  <a:lnTo>
                    <a:pt x="93662" y="300106"/>
                  </a:lnTo>
                  <a:lnTo>
                    <a:pt x="136780" y="310932"/>
                  </a:lnTo>
                  <a:lnTo>
                    <a:pt x="151726" y="311654"/>
                  </a:lnTo>
                  <a:lnTo>
                    <a:pt x="166672" y="310932"/>
                  </a:lnTo>
                  <a:lnTo>
                    <a:pt x="209790" y="300106"/>
                  </a:lnTo>
                  <a:lnTo>
                    <a:pt x="247934" y="277272"/>
                  </a:lnTo>
                  <a:lnTo>
                    <a:pt x="277906" y="244240"/>
                  </a:lnTo>
                  <a:lnTo>
                    <a:pt x="296956" y="203908"/>
                  </a:lnTo>
                  <a:lnTo>
                    <a:pt x="303453" y="159928"/>
                  </a:lnTo>
                  <a:lnTo>
                    <a:pt x="303453" y="151726"/>
                  </a:lnTo>
                  <a:lnTo>
                    <a:pt x="296956" y="107746"/>
                  </a:lnTo>
                  <a:lnTo>
                    <a:pt x="277906" y="67414"/>
                  </a:lnTo>
                  <a:lnTo>
                    <a:pt x="247934" y="34381"/>
                  </a:lnTo>
                  <a:lnTo>
                    <a:pt x="209790" y="11547"/>
                  </a:lnTo>
                  <a:lnTo>
                    <a:pt x="166672" y="721"/>
                  </a:lnTo>
                  <a:lnTo>
                    <a:pt x="15172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0287" y="2001150"/>
              <a:ext cx="295251" cy="3034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6186" y="1997049"/>
              <a:ext cx="303530" cy="311785"/>
            </a:xfrm>
            <a:custGeom>
              <a:avLst/>
              <a:gdLst/>
              <a:ahLst/>
              <a:cxnLst/>
              <a:rect l="l" t="t" r="r" b="b"/>
              <a:pathLst>
                <a:path w="303530" h="311785">
                  <a:moveTo>
                    <a:pt x="0" y="159928"/>
                  </a:moveTo>
                  <a:lnTo>
                    <a:pt x="0" y="151726"/>
                  </a:lnTo>
                  <a:lnTo>
                    <a:pt x="181" y="144273"/>
                  </a:lnTo>
                  <a:lnTo>
                    <a:pt x="8864" y="100617"/>
                  </a:lnTo>
                  <a:lnTo>
                    <a:pt x="29862" y="61337"/>
                  </a:lnTo>
                  <a:lnTo>
                    <a:pt x="61335" y="29864"/>
                  </a:lnTo>
                  <a:lnTo>
                    <a:pt x="100619" y="8866"/>
                  </a:lnTo>
                  <a:lnTo>
                    <a:pt x="144273" y="182"/>
                  </a:lnTo>
                  <a:lnTo>
                    <a:pt x="151726" y="0"/>
                  </a:lnTo>
                  <a:lnTo>
                    <a:pt x="159179" y="182"/>
                  </a:lnTo>
                  <a:lnTo>
                    <a:pt x="202833" y="8866"/>
                  </a:lnTo>
                  <a:lnTo>
                    <a:pt x="242117" y="29864"/>
                  </a:lnTo>
                  <a:lnTo>
                    <a:pt x="273590" y="61333"/>
                  </a:lnTo>
                  <a:lnTo>
                    <a:pt x="294587" y="100617"/>
                  </a:lnTo>
                  <a:lnTo>
                    <a:pt x="303270" y="144273"/>
                  </a:lnTo>
                  <a:lnTo>
                    <a:pt x="303453" y="151726"/>
                  </a:lnTo>
                  <a:lnTo>
                    <a:pt x="303453" y="159928"/>
                  </a:lnTo>
                  <a:lnTo>
                    <a:pt x="296921" y="203971"/>
                  </a:lnTo>
                  <a:lnTo>
                    <a:pt x="277883" y="244216"/>
                  </a:lnTo>
                  <a:lnTo>
                    <a:pt x="247981" y="277212"/>
                  </a:lnTo>
                  <a:lnTo>
                    <a:pt x="209790" y="300106"/>
                  </a:lnTo>
                  <a:lnTo>
                    <a:pt x="166597" y="310924"/>
                  </a:lnTo>
                  <a:lnTo>
                    <a:pt x="151726" y="311654"/>
                  </a:lnTo>
                  <a:lnTo>
                    <a:pt x="144273" y="311472"/>
                  </a:lnTo>
                  <a:lnTo>
                    <a:pt x="100619" y="302788"/>
                  </a:lnTo>
                  <a:lnTo>
                    <a:pt x="61335" y="281790"/>
                  </a:lnTo>
                  <a:lnTo>
                    <a:pt x="29862" y="250316"/>
                  </a:lnTo>
                  <a:lnTo>
                    <a:pt x="8864" y="211035"/>
                  </a:lnTo>
                  <a:lnTo>
                    <a:pt x="181" y="167382"/>
                  </a:lnTo>
                  <a:lnTo>
                    <a:pt x="0" y="159928"/>
                  </a:lnTo>
                  <a:close/>
                </a:path>
              </a:pathLst>
            </a:custGeom>
            <a:ln w="8201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3830" y="2005881"/>
            <a:ext cx="14986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90" dirty="0">
                <a:solidFill>
                  <a:srgbClr val="374552"/>
                </a:solidFill>
                <a:latin typeface="Tahoma"/>
                <a:cs typeface="Tahoma"/>
              </a:rPr>
              <a:t>2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3797" y="2033561"/>
            <a:ext cx="3665854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-125" dirty="0">
                <a:solidFill>
                  <a:srgbClr val="374552"/>
                </a:solidFill>
                <a:latin typeface="Tahoma"/>
                <a:cs typeface="Tahoma"/>
              </a:rPr>
              <a:t>Intuitive</a:t>
            </a: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 User</a:t>
            </a:r>
            <a:r>
              <a:rPr sz="1450" b="1" spc="-8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Interface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seamless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engaging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user</a:t>
            </a:r>
            <a:r>
              <a:rPr sz="110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experience.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2086" y="2862301"/>
            <a:ext cx="311785" cy="320040"/>
            <a:chOff x="492086" y="2862301"/>
            <a:chExt cx="311785" cy="320040"/>
          </a:xfrm>
        </p:grpSpPr>
        <p:sp>
          <p:nvSpPr>
            <p:cNvPr id="15" name="object 15"/>
            <p:cNvSpPr/>
            <p:nvPr/>
          </p:nvSpPr>
          <p:spPr>
            <a:xfrm>
              <a:off x="496186" y="2866402"/>
              <a:ext cx="303530" cy="311785"/>
            </a:xfrm>
            <a:custGeom>
              <a:avLst/>
              <a:gdLst/>
              <a:ahLst/>
              <a:cxnLst/>
              <a:rect l="l" t="t" r="r" b="b"/>
              <a:pathLst>
                <a:path w="303530" h="311785">
                  <a:moveTo>
                    <a:pt x="151726" y="0"/>
                  </a:moveTo>
                  <a:lnTo>
                    <a:pt x="107748" y="6495"/>
                  </a:lnTo>
                  <a:lnTo>
                    <a:pt x="67414" y="25546"/>
                  </a:lnTo>
                  <a:lnTo>
                    <a:pt x="34382" y="55519"/>
                  </a:lnTo>
                  <a:lnTo>
                    <a:pt x="11550" y="93660"/>
                  </a:lnTo>
                  <a:lnTo>
                    <a:pt x="721" y="136779"/>
                  </a:lnTo>
                  <a:lnTo>
                    <a:pt x="0" y="151726"/>
                  </a:lnTo>
                  <a:lnTo>
                    <a:pt x="0" y="159928"/>
                  </a:lnTo>
                  <a:lnTo>
                    <a:pt x="6496" y="203908"/>
                  </a:lnTo>
                  <a:lnTo>
                    <a:pt x="25547" y="244240"/>
                  </a:lnTo>
                  <a:lnTo>
                    <a:pt x="55518" y="277272"/>
                  </a:lnTo>
                  <a:lnTo>
                    <a:pt x="93662" y="300106"/>
                  </a:lnTo>
                  <a:lnTo>
                    <a:pt x="136780" y="310932"/>
                  </a:lnTo>
                  <a:lnTo>
                    <a:pt x="151726" y="311654"/>
                  </a:lnTo>
                  <a:lnTo>
                    <a:pt x="166672" y="310932"/>
                  </a:lnTo>
                  <a:lnTo>
                    <a:pt x="209790" y="300106"/>
                  </a:lnTo>
                  <a:lnTo>
                    <a:pt x="247934" y="277272"/>
                  </a:lnTo>
                  <a:lnTo>
                    <a:pt x="277906" y="244240"/>
                  </a:lnTo>
                  <a:lnTo>
                    <a:pt x="296956" y="203908"/>
                  </a:lnTo>
                  <a:lnTo>
                    <a:pt x="303453" y="159928"/>
                  </a:lnTo>
                  <a:lnTo>
                    <a:pt x="303453" y="151726"/>
                  </a:lnTo>
                  <a:lnTo>
                    <a:pt x="296956" y="107746"/>
                  </a:lnTo>
                  <a:lnTo>
                    <a:pt x="277906" y="67414"/>
                  </a:lnTo>
                  <a:lnTo>
                    <a:pt x="247934" y="34381"/>
                  </a:lnTo>
                  <a:lnTo>
                    <a:pt x="209790" y="11547"/>
                  </a:lnTo>
                  <a:lnTo>
                    <a:pt x="166672" y="721"/>
                  </a:lnTo>
                  <a:lnTo>
                    <a:pt x="15172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0287" y="2870502"/>
              <a:ext cx="295251" cy="30345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6186" y="2866401"/>
              <a:ext cx="303530" cy="311785"/>
            </a:xfrm>
            <a:custGeom>
              <a:avLst/>
              <a:gdLst/>
              <a:ahLst/>
              <a:cxnLst/>
              <a:rect l="l" t="t" r="r" b="b"/>
              <a:pathLst>
                <a:path w="303530" h="311785">
                  <a:moveTo>
                    <a:pt x="0" y="159928"/>
                  </a:moveTo>
                  <a:lnTo>
                    <a:pt x="0" y="151726"/>
                  </a:lnTo>
                  <a:lnTo>
                    <a:pt x="181" y="144273"/>
                  </a:lnTo>
                  <a:lnTo>
                    <a:pt x="8864" y="100617"/>
                  </a:lnTo>
                  <a:lnTo>
                    <a:pt x="29862" y="61333"/>
                  </a:lnTo>
                  <a:lnTo>
                    <a:pt x="61335" y="29864"/>
                  </a:lnTo>
                  <a:lnTo>
                    <a:pt x="100619" y="8866"/>
                  </a:lnTo>
                  <a:lnTo>
                    <a:pt x="144273" y="182"/>
                  </a:lnTo>
                  <a:lnTo>
                    <a:pt x="151726" y="0"/>
                  </a:lnTo>
                  <a:lnTo>
                    <a:pt x="159179" y="182"/>
                  </a:lnTo>
                  <a:lnTo>
                    <a:pt x="202833" y="8866"/>
                  </a:lnTo>
                  <a:lnTo>
                    <a:pt x="242117" y="29864"/>
                  </a:lnTo>
                  <a:lnTo>
                    <a:pt x="273590" y="61333"/>
                  </a:lnTo>
                  <a:lnTo>
                    <a:pt x="294587" y="100617"/>
                  </a:lnTo>
                  <a:lnTo>
                    <a:pt x="303270" y="144273"/>
                  </a:lnTo>
                  <a:lnTo>
                    <a:pt x="303453" y="151726"/>
                  </a:lnTo>
                  <a:lnTo>
                    <a:pt x="303453" y="159928"/>
                  </a:lnTo>
                  <a:lnTo>
                    <a:pt x="296921" y="203975"/>
                  </a:lnTo>
                  <a:lnTo>
                    <a:pt x="277883" y="244216"/>
                  </a:lnTo>
                  <a:lnTo>
                    <a:pt x="247981" y="277212"/>
                  </a:lnTo>
                  <a:lnTo>
                    <a:pt x="209790" y="300106"/>
                  </a:lnTo>
                  <a:lnTo>
                    <a:pt x="166597" y="310924"/>
                  </a:lnTo>
                  <a:lnTo>
                    <a:pt x="151726" y="311654"/>
                  </a:lnTo>
                  <a:lnTo>
                    <a:pt x="144273" y="311472"/>
                  </a:lnTo>
                  <a:lnTo>
                    <a:pt x="100619" y="302788"/>
                  </a:lnTo>
                  <a:lnTo>
                    <a:pt x="61335" y="281790"/>
                  </a:lnTo>
                  <a:lnTo>
                    <a:pt x="29862" y="250316"/>
                  </a:lnTo>
                  <a:lnTo>
                    <a:pt x="8864" y="211035"/>
                  </a:lnTo>
                  <a:lnTo>
                    <a:pt x="181" y="167382"/>
                  </a:lnTo>
                  <a:lnTo>
                    <a:pt x="0" y="159928"/>
                  </a:lnTo>
                  <a:close/>
                </a:path>
              </a:pathLst>
            </a:custGeom>
            <a:ln w="8201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6008" y="2875233"/>
            <a:ext cx="14541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25" dirty="0">
                <a:solidFill>
                  <a:srgbClr val="374552"/>
                </a:solidFill>
                <a:latin typeface="Tahoma"/>
                <a:cs typeface="Tahoma"/>
              </a:rPr>
              <a:t>3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33797" y="2902913"/>
            <a:ext cx="4317365" cy="52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-80" dirty="0">
                <a:solidFill>
                  <a:srgbClr val="374552"/>
                </a:solidFill>
                <a:latin typeface="Tahoma"/>
                <a:cs typeface="Tahoma"/>
              </a:rPr>
              <a:t>Secure</a:t>
            </a:r>
            <a:r>
              <a:rPr sz="1450" b="1" spc="-9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40" dirty="0">
                <a:solidFill>
                  <a:srgbClr val="374552"/>
                </a:solidFill>
                <a:latin typeface="Tahoma"/>
                <a:cs typeface="Tahoma"/>
              </a:rPr>
              <a:t>Dual</a:t>
            </a:r>
            <a:r>
              <a:rPr sz="1450" b="1" spc="-9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Authentication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Implementing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JWT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Google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OAuth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enhanced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security.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2086" y="3731653"/>
            <a:ext cx="311785" cy="311785"/>
            <a:chOff x="492086" y="3731653"/>
            <a:chExt cx="311785" cy="311785"/>
          </a:xfrm>
        </p:grpSpPr>
        <p:sp>
          <p:nvSpPr>
            <p:cNvPr id="21" name="object 21"/>
            <p:cNvSpPr/>
            <p:nvPr/>
          </p:nvSpPr>
          <p:spPr>
            <a:xfrm>
              <a:off x="496186" y="373575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30" h="303529">
                  <a:moveTo>
                    <a:pt x="151726" y="0"/>
                  </a:moveTo>
                  <a:lnTo>
                    <a:pt x="107748" y="6495"/>
                  </a:lnTo>
                  <a:lnTo>
                    <a:pt x="67414" y="25546"/>
                  </a:lnTo>
                  <a:lnTo>
                    <a:pt x="34382" y="55519"/>
                  </a:lnTo>
                  <a:lnTo>
                    <a:pt x="11550" y="93660"/>
                  </a:lnTo>
                  <a:lnTo>
                    <a:pt x="721" y="136779"/>
                  </a:lnTo>
                  <a:lnTo>
                    <a:pt x="0" y="151726"/>
                  </a:lnTo>
                  <a:lnTo>
                    <a:pt x="721" y="166673"/>
                  </a:lnTo>
                  <a:lnTo>
                    <a:pt x="11550" y="209792"/>
                  </a:lnTo>
                  <a:lnTo>
                    <a:pt x="34382" y="247934"/>
                  </a:lnTo>
                  <a:lnTo>
                    <a:pt x="67414" y="277907"/>
                  </a:lnTo>
                  <a:lnTo>
                    <a:pt x="107748" y="296957"/>
                  </a:lnTo>
                  <a:lnTo>
                    <a:pt x="151726" y="303453"/>
                  </a:lnTo>
                  <a:lnTo>
                    <a:pt x="166672" y="302731"/>
                  </a:lnTo>
                  <a:lnTo>
                    <a:pt x="209790" y="291905"/>
                  </a:lnTo>
                  <a:lnTo>
                    <a:pt x="247934" y="269071"/>
                  </a:lnTo>
                  <a:lnTo>
                    <a:pt x="277906" y="236038"/>
                  </a:lnTo>
                  <a:lnTo>
                    <a:pt x="296956" y="195706"/>
                  </a:lnTo>
                  <a:lnTo>
                    <a:pt x="303453" y="151726"/>
                  </a:lnTo>
                  <a:lnTo>
                    <a:pt x="302731" y="136779"/>
                  </a:lnTo>
                  <a:lnTo>
                    <a:pt x="291903" y="93660"/>
                  </a:lnTo>
                  <a:lnTo>
                    <a:pt x="269070" y="55519"/>
                  </a:lnTo>
                  <a:lnTo>
                    <a:pt x="236038" y="25546"/>
                  </a:lnTo>
                  <a:lnTo>
                    <a:pt x="195704" y="6495"/>
                  </a:lnTo>
                  <a:lnTo>
                    <a:pt x="15172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0287" y="3739855"/>
              <a:ext cx="295251" cy="2952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6186" y="3735754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30" h="303529">
                  <a:moveTo>
                    <a:pt x="303453" y="151726"/>
                  </a:moveTo>
                  <a:lnTo>
                    <a:pt x="296921" y="195769"/>
                  </a:lnTo>
                  <a:lnTo>
                    <a:pt x="277883" y="236015"/>
                  </a:lnTo>
                  <a:lnTo>
                    <a:pt x="247981" y="269011"/>
                  </a:lnTo>
                  <a:lnTo>
                    <a:pt x="209790" y="291905"/>
                  </a:lnTo>
                  <a:lnTo>
                    <a:pt x="166597" y="302723"/>
                  </a:lnTo>
                  <a:lnTo>
                    <a:pt x="151726" y="303453"/>
                  </a:lnTo>
                  <a:lnTo>
                    <a:pt x="144273" y="303270"/>
                  </a:lnTo>
                  <a:lnTo>
                    <a:pt x="100619" y="294586"/>
                  </a:lnTo>
                  <a:lnTo>
                    <a:pt x="61335" y="273588"/>
                  </a:lnTo>
                  <a:lnTo>
                    <a:pt x="29862" y="242115"/>
                  </a:lnTo>
                  <a:lnTo>
                    <a:pt x="8864" y="202833"/>
                  </a:lnTo>
                  <a:lnTo>
                    <a:pt x="181" y="159181"/>
                  </a:lnTo>
                  <a:lnTo>
                    <a:pt x="0" y="151726"/>
                  </a:lnTo>
                  <a:lnTo>
                    <a:pt x="181" y="144273"/>
                  </a:lnTo>
                  <a:lnTo>
                    <a:pt x="8864" y="100617"/>
                  </a:lnTo>
                  <a:lnTo>
                    <a:pt x="29862" y="61337"/>
                  </a:lnTo>
                  <a:lnTo>
                    <a:pt x="61335" y="29864"/>
                  </a:lnTo>
                  <a:lnTo>
                    <a:pt x="100619" y="8866"/>
                  </a:lnTo>
                  <a:lnTo>
                    <a:pt x="144273" y="182"/>
                  </a:lnTo>
                  <a:lnTo>
                    <a:pt x="151726" y="0"/>
                  </a:lnTo>
                  <a:lnTo>
                    <a:pt x="159179" y="182"/>
                  </a:lnTo>
                  <a:lnTo>
                    <a:pt x="202833" y="8866"/>
                  </a:lnTo>
                  <a:lnTo>
                    <a:pt x="242117" y="29864"/>
                  </a:lnTo>
                  <a:lnTo>
                    <a:pt x="273590" y="61337"/>
                  </a:lnTo>
                  <a:lnTo>
                    <a:pt x="294587" y="100617"/>
                  </a:lnTo>
                  <a:lnTo>
                    <a:pt x="303270" y="144273"/>
                  </a:lnTo>
                  <a:lnTo>
                    <a:pt x="303453" y="151726"/>
                  </a:lnTo>
                  <a:close/>
                </a:path>
              </a:pathLst>
            </a:custGeom>
            <a:ln w="8201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92086" y="4601005"/>
            <a:ext cx="311785" cy="311785"/>
            <a:chOff x="492086" y="4601005"/>
            <a:chExt cx="311785" cy="311785"/>
          </a:xfrm>
        </p:grpSpPr>
        <p:sp>
          <p:nvSpPr>
            <p:cNvPr id="25" name="object 25"/>
            <p:cNvSpPr/>
            <p:nvPr/>
          </p:nvSpPr>
          <p:spPr>
            <a:xfrm>
              <a:off x="496186" y="460510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30" h="303529">
                  <a:moveTo>
                    <a:pt x="151726" y="0"/>
                  </a:moveTo>
                  <a:lnTo>
                    <a:pt x="107748" y="6495"/>
                  </a:lnTo>
                  <a:lnTo>
                    <a:pt x="67414" y="25546"/>
                  </a:lnTo>
                  <a:lnTo>
                    <a:pt x="34382" y="55519"/>
                  </a:lnTo>
                  <a:lnTo>
                    <a:pt x="11550" y="93660"/>
                  </a:lnTo>
                  <a:lnTo>
                    <a:pt x="721" y="136779"/>
                  </a:lnTo>
                  <a:lnTo>
                    <a:pt x="0" y="151726"/>
                  </a:lnTo>
                  <a:lnTo>
                    <a:pt x="721" y="166673"/>
                  </a:lnTo>
                  <a:lnTo>
                    <a:pt x="11550" y="209792"/>
                  </a:lnTo>
                  <a:lnTo>
                    <a:pt x="34382" y="247934"/>
                  </a:lnTo>
                  <a:lnTo>
                    <a:pt x="67414" y="277907"/>
                  </a:lnTo>
                  <a:lnTo>
                    <a:pt x="107748" y="296957"/>
                  </a:lnTo>
                  <a:lnTo>
                    <a:pt x="151726" y="303453"/>
                  </a:lnTo>
                  <a:lnTo>
                    <a:pt x="166672" y="302731"/>
                  </a:lnTo>
                  <a:lnTo>
                    <a:pt x="209790" y="291905"/>
                  </a:lnTo>
                  <a:lnTo>
                    <a:pt x="247934" y="269071"/>
                  </a:lnTo>
                  <a:lnTo>
                    <a:pt x="277906" y="236038"/>
                  </a:lnTo>
                  <a:lnTo>
                    <a:pt x="296956" y="195706"/>
                  </a:lnTo>
                  <a:lnTo>
                    <a:pt x="303453" y="151726"/>
                  </a:lnTo>
                  <a:lnTo>
                    <a:pt x="302731" y="136779"/>
                  </a:lnTo>
                  <a:lnTo>
                    <a:pt x="291903" y="93660"/>
                  </a:lnTo>
                  <a:lnTo>
                    <a:pt x="269070" y="55519"/>
                  </a:lnTo>
                  <a:lnTo>
                    <a:pt x="236038" y="25546"/>
                  </a:lnTo>
                  <a:lnTo>
                    <a:pt x="195704" y="6495"/>
                  </a:lnTo>
                  <a:lnTo>
                    <a:pt x="15172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0287" y="4609207"/>
              <a:ext cx="295251" cy="29525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96186" y="4605106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30" h="303529">
                  <a:moveTo>
                    <a:pt x="303453" y="151726"/>
                  </a:moveTo>
                  <a:lnTo>
                    <a:pt x="296921" y="195769"/>
                  </a:lnTo>
                  <a:lnTo>
                    <a:pt x="277883" y="236015"/>
                  </a:lnTo>
                  <a:lnTo>
                    <a:pt x="247981" y="269011"/>
                  </a:lnTo>
                  <a:lnTo>
                    <a:pt x="209790" y="291905"/>
                  </a:lnTo>
                  <a:lnTo>
                    <a:pt x="166597" y="302723"/>
                  </a:lnTo>
                  <a:lnTo>
                    <a:pt x="151726" y="303453"/>
                  </a:lnTo>
                  <a:lnTo>
                    <a:pt x="144273" y="303270"/>
                  </a:lnTo>
                  <a:lnTo>
                    <a:pt x="100619" y="294586"/>
                  </a:lnTo>
                  <a:lnTo>
                    <a:pt x="61335" y="273588"/>
                  </a:lnTo>
                  <a:lnTo>
                    <a:pt x="29862" y="242115"/>
                  </a:lnTo>
                  <a:lnTo>
                    <a:pt x="8864" y="202833"/>
                  </a:lnTo>
                  <a:lnTo>
                    <a:pt x="181" y="159181"/>
                  </a:lnTo>
                  <a:lnTo>
                    <a:pt x="0" y="151726"/>
                  </a:lnTo>
                  <a:lnTo>
                    <a:pt x="181" y="144273"/>
                  </a:lnTo>
                  <a:lnTo>
                    <a:pt x="8864" y="100617"/>
                  </a:lnTo>
                  <a:lnTo>
                    <a:pt x="29862" y="61333"/>
                  </a:lnTo>
                  <a:lnTo>
                    <a:pt x="61335" y="29859"/>
                  </a:lnTo>
                  <a:lnTo>
                    <a:pt x="100619" y="8866"/>
                  </a:lnTo>
                  <a:lnTo>
                    <a:pt x="144273" y="182"/>
                  </a:lnTo>
                  <a:lnTo>
                    <a:pt x="151726" y="0"/>
                  </a:lnTo>
                  <a:lnTo>
                    <a:pt x="159179" y="182"/>
                  </a:lnTo>
                  <a:lnTo>
                    <a:pt x="202833" y="8866"/>
                  </a:lnTo>
                  <a:lnTo>
                    <a:pt x="242117" y="29859"/>
                  </a:lnTo>
                  <a:lnTo>
                    <a:pt x="273590" y="61333"/>
                  </a:lnTo>
                  <a:lnTo>
                    <a:pt x="294587" y="100617"/>
                  </a:lnTo>
                  <a:lnTo>
                    <a:pt x="303270" y="144273"/>
                  </a:lnTo>
                  <a:lnTo>
                    <a:pt x="303453" y="151726"/>
                  </a:lnTo>
                  <a:close/>
                </a:path>
              </a:pathLst>
            </a:custGeom>
            <a:ln w="8201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68833" y="3773291"/>
            <a:ext cx="4057015" cy="1393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7190" indent="-364490">
              <a:lnSpc>
                <a:spcPts val="1905"/>
              </a:lnSpc>
              <a:buSzPct val="120689"/>
              <a:buAutoNum type="arabicPlain" startAt="4"/>
              <a:tabLst>
                <a:tab pos="377190" algn="l"/>
              </a:tabLst>
            </a:pPr>
            <a:r>
              <a:rPr sz="1450" b="1" spc="-105" dirty="0">
                <a:solidFill>
                  <a:srgbClr val="374552"/>
                </a:solidFill>
                <a:latin typeface="Tahoma"/>
                <a:cs typeface="Tahoma"/>
              </a:rPr>
              <a:t>Comprehensive</a:t>
            </a:r>
            <a:r>
              <a:rPr sz="1450" b="1" spc="-7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10" dirty="0">
                <a:solidFill>
                  <a:srgbClr val="374552"/>
                </a:solidFill>
                <a:latin typeface="Tahoma"/>
                <a:cs typeface="Tahoma"/>
              </a:rPr>
              <a:t>Admin</a:t>
            </a:r>
            <a:r>
              <a:rPr sz="1450" b="1" spc="-7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Dashboard</a:t>
            </a:r>
            <a:endParaRPr sz="1450">
              <a:latin typeface="Tahoma"/>
              <a:cs typeface="Tahoma"/>
            </a:endParaRPr>
          </a:p>
          <a:p>
            <a:pPr marL="377190">
              <a:lnSpc>
                <a:spcPct val="100000"/>
              </a:lnSpc>
              <a:spcBef>
                <a:spcPts val="800"/>
              </a:spcBef>
            </a:pP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Centralized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management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1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administrators.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100">
              <a:latin typeface="Verdana"/>
              <a:cs typeface="Verdana"/>
            </a:endParaRPr>
          </a:p>
          <a:p>
            <a:pPr marL="377190" indent="-357505">
              <a:lnSpc>
                <a:spcPct val="100000"/>
              </a:lnSpc>
              <a:buSzPct val="120689"/>
              <a:buAutoNum type="arabicPlain" startAt="5"/>
              <a:tabLst>
                <a:tab pos="377190" algn="l"/>
              </a:tabLst>
            </a:pPr>
            <a:r>
              <a:rPr sz="2175" b="1" spc="-195" baseline="1915" dirty="0">
                <a:solidFill>
                  <a:srgbClr val="374552"/>
                </a:solidFill>
                <a:latin typeface="Tahoma"/>
                <a:cs typeface="Tahoma"/>
              </a:rPr>
              <a:t>Model</a:t>
            </a:r>
            <a:r>
              <a:rPr sz="2175" b="1" spc="-142" baseline="191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2175" b="1" spc="-165" baseline="1915" dirty="0">
                <a:solidFill>
                  <a:srgbClr val="374552"/>
                </a:solidFill>
                <a:latin typeface="Tahoma"/>
                <a:cs typeface="Tahoma"/>
              </a:rPr>
              <a:t>Retraining</a:t>
            </a:r>
            <a:r>
              <a:rPr sz="2175" b="1" spc="-135" baseline="191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2175" b="1" spc="-15" baseline="1915" dirty="0">
                <a:solidFill>
                  <a:srgbClr val="374552"/>
                </a:solidFill>
                <a:latin typeface="Tahoma"/>
                <a:cs typeface="Tahoma"/>
              </a:rPr>
              <a:t>Capabilities</a:t>
            </a:r>
            <a:endParaRPr sz="2175" baseline="1915">
              <a:latin typeface="Tahoma"/>
              <a:cs typeface="Tahoma"/>
            </a:endParaRPr>
          </a:p>
          <a:p>
            <a:pPr marL="377190">
              <a:lnSpc>
                <a:spcPct val="100000"/>
              </a:lnSpc>
              <a:spcBef>
                <a:spcPts val="80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10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continuous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improvement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1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adaptability.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92086" y="5462154"/>
            <a:ext cx="311785" cy="320040"/>
            <a:chOff x="492086" y="5462154"/>
            <a:chExt cx="311785" cy="320040"/>
          </a:xfrm>
        </p:grpSpPr>
        <p:sp>
          <p:nvSpPr>
            <p:cNvPr id="30" name="object 30"/>
            <p:cNvSpPr/>
            <p:nvPr/>
          </p:nvSpPr>
          <p:spPr>
            <a:xfrm>
              <a:off x="496186" y="5466255"/>
              <a:ext cx="303530" cy="311785"/>
            </a:xfrm>
            <a:custGeom>
              <a:avLst/>
              <a:gdLst/>
              <a:ahLst/>
              <a:cxnLst/>
              <a:rect l="l" t="t" r="r" b="b"/>
              <a:pathLst>
                <a:path w="303530" h="311785">
                  <a:moveTo>
                    <a:pt x="151726" y="0"/>
                  </a:moveTo>
                  <a:lnTo>
                    <a:pt x="107748" y="6498"/>
                  </a:lnTo>
                  <a:lnTo>
                    <a:pt x="67414" y="25548"/>
                  </a:lnTo>
                  <a:lnTo>
                    <a:pt x="34382" y="55522"/>
                  </a:lnTo>
                  <a:lnTo>
                    <a:pt x="11550" y="93663"/>
                  </a:lnTo>
                  <a:lnTo>
                    <a:pt x="721" y="136780"/>
                  </a:lnTo>
                  <a:lnTo>
                    <a:pt x="0" y="151726"/>
                  </a:lnTo>
                  <a:lnTo>
                    <a:pt x="0" y="159928"/>
                  </a:lnTo>
                  <a:lnTo>
                    <a:pt x="6496" y="203906"/>
                  </a:lnTo>
                  <a:lnTo>
                    <a:pt x="25547" y="244240"/>
                  </a:lnTo>
                  <a:lnTo>
                    <a:pt x="55518" y="277275"/>
                  </a:lnTo>
                  <a:lnTo>
                    <a:pt x="93662" y="300104"/>
                  </a:lnTo>
                  <a:lnTo>
                    <a:pt x="136780" y="310932"/>
                  </a:lnTo>
                  <a:lnTo>
                    <a:pt x="151726" y="311654"/>
                  </a:lnTo>
                  <a:lnTo>
                    <a:pt x="166672" y="310932"/>
                  </a:lnTo>
                  <a:lnTo>
                    <a:pt x="209790" y="300104"/>
                  </a:lnTo>
                  <a:lnTo>
                    <a:pt x="247934" y="277275"/>
                  </a:lnTo>
                  <a:lnTo>
                    <a:pt x="277906" y="244240"/>
                  </a:lnTo>
                  <a:lnTo>
                    <a:pt x="296956" y="203906"/>
                  </a:lnTo>
                  <a:lnTo>
                    <a:pt x="303453" y="159928"/>
                  </a:lnTo>
                  <a:lnTo>
                    <a:pt x="303453" y="151726"/>
                  </a:lnTo>
                  <a:lnTo>
                    <a:pt x="296956" y="107749"/>
                  </a:lnTo>
                  <a:lnTo>
                    <a:pt x="277906" y="67419"/>
                  </a:lnTo>
                  <a:lnTo>
                    <a:pt x="247934" y="34382"/>
                  </a:lnTo>
                  <a:lnTo>
                    <a:pt x="209790" y="11550"/>
                  </a:lnTo>
                  <a:lnTo>
                    <a:pt x="166672" y="722"/>
                  </a:lnTo>
                  <a:lnTo>
                    <a:pt x="151726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287" y="5470356"/>
              <a:ext cx="295251" cy="30345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6186" y="5466255"/>
              <a:ext cx="303530" cy="311785"/>
            </a:xfrm>
            <a:custGeom>
              <a:avLst/>
              <a:gdLst/>
              <a:ahLst/>
              <a:cxnLst/>
              <a:rect l="l" t="t" r="r" b="b"/>
              <a:pathLst>
                <a:path w="303530" h="311785">
                  <a:moveTo>
                    <a:pt x="0" y="159928"/>
                  </a:moveTo>
                  <a:lnTo>
                    <a:pt x="0" y="151726"/>
                  </a:lnTo>
                  <a:lnTo>
                    <a:pt x="181" y="144273"/>
                  </a:lnTo>
                  <a:lnTo>
                    <a:pt x="8864" y="100620"/>
                  </a:lnTo>
                  <a:lnTo>
                    <a:pt x="29862" y="61335"/>
                  </a:lnTo>
                  <a:lnTo>
                    <a:pt x="61335" y="29863"/>
                  </a:lnTo>
                  <a:lnTo>
                    <a:pt x="100619" y="8866"/>
                  </a:lnTo>
                  <a:lnTo>
                    <a:pt x="144273" y="182"/>
                  </a:lnTo>
                  <a:lnTo>
                    <a:pt x="151726" y="0"/>
                  </a:lnTo>
                  <a:lnTo>
                    <a:pt x="159179" y="182"/>
                  </a:lnTo>
                  <a:lnTo>
                    <a:pt x="202833" y="8866"/>
                  </a:lnTo>
                  <a:lnTo>
                    <a:pt x="242117" y="29863"/>
                  </a:lnTo>
                  <a:lnTo>
                    <a:pt x="273590" y="61335"/>
                  </a:lnTo>
                  <a:lnTo>
                    <a:pt x="294587" y="100620"/>
                  </a:lnTo>
                  <a:lnTo>
                    <a:pt x="303270" y="144273"/>
                  </a:lnTo>
                  <a:lnTo>
                    <a:pt x="303453" y="151726"/>
                  </a:lnTo>
                  <a:lnTo>
                    <a:pt x="303453" y="159928"/>
                  </a:lnTo>
                  <a:lnTo>
                    <a:pt x="296921" y="203972"/>
                  </a:lnTo>
                  <a:lnTo>
                    <a:pt x="277883" y="244223"/>
                  </a:lnTo>
                  <a:lnTo>
                    <a:pt x="247981" y="277217"/>
                  </a:lnTo>
                  <a:lnTo>
                    <a:pt x="209790" y="300104"/>
                  </a:lnTo>
                  <a:lnTo>
                    <a:pt x="166597" y="310927"/>
                  </a:lnTo>
                  <a:lnTo>
                    <a:pt x="151726" y="311654"/>
                  </a:lnTo>
                  <a:lnTo>
                    <a:pt x="144273" y="311472"/>
                  </a:lnTo>
                  <a:lnTo>
                    <a:pt x="100619" y="302790"/>
                  </a:lnTo>
                  <a:lnTo>
                    <a:pt x="61335" y="281792"/>
                  </a:lnTo>
                  <a:lnTo>
                    <a:pt x="29862" y="250320"/>
                  </a:lnTo>
                  <a:lnTo>
                    <a:pt x="8864" y="211035"/>
                  </a:lnTo>
                  <a:lnTo>
                    <a:pt x="181" y="167384"/>
                  </a:lnTo>
                  <a:lnTo>
                    <a:pt x="0" y="159928"/>
                  </a:lnTo>
                  <a:close/>
                </a:path>
              </a:pathLst>
            </a:custGeom>
            <a:ln w="8201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76393" y="5475084"/>
            <a:ext cx="144780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b="1" spc="-130" dirty="0">
                <a:solidFill>
                  <a:srgbClr val="374552"/>
                </a:solidFill>
                <a:latin typeface="Tahoma"/>
                <a:cs typeface="Tahoma"/>
              </a:rPr>
              <a:t>6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3797" y="5502764"/>
            <a:ext cx="2794000" cy="53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b="1" spc="-95" dirty="0">
                <a:solidFill>
                  <a:srgbClr val="374552"/>
                </a:solidFill>
                <a:latin typeface="Tahoma"/>
                <a:cs typeface="Tahoma"/>
              </a:rPr>
              <a:t>Personalized</a:t>
            </a:r>
            <a:r>
              <a:rPr sz="1450" b="1" spc="-7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90" dirty="0">
                <a:solidFill>
                  <a:srgbClr val="374552"/>
                </a:solidFill>
                <a:latin typeface="Tahoma"/>
                <a:cs typeface="Tahoma"/>
              </a:rPr>
              <a:t>Career</a:t>
            </a:r>
            <a:r>
              <a:rPr sz="1450" b="1" spc="-7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374552"/>
                </a:solidFill>
                <a:latin typeface="Tahoma"/>
                <a:cs typeface="Tahoma"/>
              </a:rPr>
              <a:t>Insights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Providing</a:t>
            </a:r>
            <a:r>
              <a:rPr sz="1100" spc="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actionable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guidance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4552"/>
                </a:solidFill>
                <a:latin typeface="Verdana"/>
                <a:cs typeface="Verdana"/>
              </a:rPr>
              <a:t>to</a:t>
            </a:r>
            <a:r>
              <a:rPr sz="110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4552"/>
                </a:solidFill>
                <a:latin typeface="Verdana"/>
                <a:cs typeface="Verdana"/>
              </a:rPr>
              <a:t>users.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35" name="object 35">
            <a:hlinkClick r:id="rId8"/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49004" y="5997546"/>
            <a:ext cx="1510704" cy="36086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45EE4E1-B5C9-415D-87DF-A32304D9379E}"/>
              </a:ext>
            </a:extLst>
          </p:cNvPr>
          <p:cNvSpPr txBox="1"/>
          <p:nvPr/>
        </p:nvSpPr>
        <p:spPr>
          <a:xfrm>
            <a:off x="8089956" y="5893708"/>
            <a:ext cx="1828800" cy="533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D4E3554B-C975-590E-493C-72BCAA22B0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520" y="0"/>
            <a:ext cx="4513167" cy="6445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120775"/>
            <a:ext cx="472757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29" dirty="0"/>
              <a:t>Technology</a:t>
            </a:r>
            <a:r>
              <a:rPr spc="-260" dirty="0"/>
              <a:t> </a:t>
            </a:r>
            <a:r>
              <a:rPr spc="-125" dirty="0"/>
              <a:t>Architecture</a:t>
            </a:r>
          </a:p>
        </p:txBody>
      </p:sp>
      <p:sp>
        <p:nvSpPr>
          <p:cNvPr id="6" name="object 6"/>
          <p:cNvSpPr/>
          <p:nvPr/>
        </p:nvSpPr>
        <p:spPr>
          <a:xfrm>
            <a:off x="590550" y="2771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90550" y="3086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7311" y="2063750"/>
            <a:ext cx="2717800" cy="114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65" dirty="0">
                <a:solidFill>
                  <a:srgbClr val="2E3C4E"/>
                </a:solidFill>
                <a:latin typeface="Tahoma"/>
                <a:cs typeface="Tahoma"/>
              </a:rPr>
              <a:t>Frontend</a:t>
            </a:r>
            <a:endParaRPr sz="2700">
              <a:latin typeface="Tahoma"/>
              <a:cs typeface="Tahoma"/>
            </a:endParaRPr>
          </a:p>
          <a:p>
            <a:pPr marL="273050">
              <a:lnSpc>
                <a:spcPct val="100000"/>
              </a:lnSpc>
              <a:spcBef>
                <a:spcPts val="1585"/>
              </a:spcBef>
            </a:pP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React.js</a:t>
            </a:r>
            <a:r>
              <a:rPr sz="12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2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Hooks</a:t>
            </a:r>
            <a:endParaRPr sz="1250">
              <a:latin typeface="Verdana"/>
              <a:cs typeface="Verdana"/>
            </a:endParaRPr>
          </a:p>
          <a:p>
            <a:pPr marL="273050">
              <a:lnSpc>
                <a:spcPct val="100000"/>
              </a:lnSpc>
              <a:spcBef>
                <a:spcPts val="975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Tailwind</a:t>
            </a:r>
            <a:r>
              <a:rPr sz="12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45" dirty="0">
                <a:solidFill>
                  <a:srgbClr val="374552"/>
                </a:solidFill>
                <a:latin typeface="Verdana"/>
                <a:cs typeface="Verdana"/>
              </a:rPr>
              <a:t>CSS</a:t>
            </a:r>
            <a:r>
              <a:rPr sz="12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300" dirty="0">
                <a:solidFill>
                  <a:srgbClr val="374552"/>
                </a:solidFill>
                <a:latin typeface="Verdana"/>
                <a:cs typeface="Verdana"/>
              </a:rPr>
              <a:t>+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Framer</a:t>
            </a:r>
            <a:r>
              <a:rPr sz="12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45" dirty="0">
                <a:solidFill>
                  <a:srgbClr val="374552"/>
                </a:solidFill>
                <a:latin typeface="Verdana"/>
                <a:cs typeface="Verdana"/>
              </a:rPr>
              <a:t>Motion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0550" y="4105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0550" y="4419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57311" y="3387725"/>
            <a:ext cx="2318385" cy="115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45" dirty="0">
                <a:solidFill>
                  <a:srgbClr val="2E3C4E"/>
                </a:solidFill>
                <a:latin typeface="Tahoma"/>
                <a:cs typeface="Tahoma"/>
              </a:rPr>
              <a:t>Backend</a:t>
            </a:r>
            <a:endParaRPr sz="2700">
              <a:latin typeface="Tahoma"/>
              <a:cs typeface="Tahoma"/>
            </a:endParaRPr>
          </a:p>
          <a:p>
            <a:pPr marL="273050" marR="5080">
              <a:lnSpc>
                <a:spcPct val="165000"/>
              </a:lnSpc>
              <a:spcBef>
                <a:spcPts val="685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Django</a:t>
            </a:r>
            <a:r>
              <a:rPr sz="12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REST</a:t>
            </a:r>
            <a:r>
              <a:rPr sz="12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Framework 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Python</a:t>
            </a:r>
            <a:r>
              <a:rPr sz="1250" spc="-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3.9+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00475" y="2771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67391" y="2063750"/>
            <a:ext cx="1459865" cy="829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75" dirty="0">
                <a:solidFill>
                  <a:srgbClr val="2E3C4E"/>
                </a:solidFill>
                <a:latin typeface="Tahoma"/>
                <a:cs typeface="Tahoma"/>
              </a:rPr>
              <a:t>Database</a:t>
            </a:r>
            <a:endParaRPr sz="2700">
              <a:latin typeface="Tahoma"/>
              <a:cs typeface="Tahoma"/>
            </a:endParaRPr>
          </a:p>
          <a:p>
            <a:pPr marL="273050">
              <a:lnSpc>
                <a:spcPct val="100000"/>
              </a:lnSpc>
              <a:spcBef>
                <a:spcPts val="1585"/>
              </a:spcBef>
            </a:pP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SQLite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00475" y="3781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67391" y="3073400"/>
            <a:ext cx="2606675" cy="829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305" dirty="0">
                <a:solidFill>
                  <a:srgbClr val="2E3C4E"/>
                </a:solidFill>
                <a:latin typeface="Tahoma"/>
                <a:cs typeface="Tahoma"/>
              </a:rPr>
              <a:t>AI/ML</a:t>
            </a:r>
            <a:endParaRPr sz="2700">
              <a:latin typeface="Tahoma"/>
              <a:cs typeface="Tahoma"/>
            </a:endParaRPr>
          </a:p>
          <a:p>
            <a:pPr marL="273050">
              <a:lnSpc>
                <a:spcPct val="100000"/>
              </a:lnSpc>
              <a:spcBef>
                <a:spcPts val="1585"/>
              </a:spcBef>
            </a:pP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Scikit-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learn</a:t>
            </a:r>
            <a:r>
              <a:rPr sz="1250" spc="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(Random</a:t>
            </a:r>
            <a:r>
              <a:rPr sz="1250" spc="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Forest)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00475" y="4800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00475" y="5114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1"/>
                </a:lnTo>
                <a:lnTo>
                  <a:pt x="32359" y="57151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767391" y="4092575"/>
            <a:ext cx="1912620" cy="114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10" dirty="0">
                <a:solidFill>
                  <a:srgbClr val="2E3C4E"/>
                </a:solidFill>
                <a:latin typeface="Tahoma"/>
                <a:cs typeface="Tahoma"/>
              </a:rPr>
              <a:t>Security</a:t>
            </a:r>
            <a:endParaRPr sz="2700">
              <a:latin typeface="Tahoma"/>
              <a:cs typeface="Tahoma"/>
            </a:endParaRPr>
          </a:p>
          <a:p>
            <a:pPr marL="273050" marR="5080" indent="-635">
              <a:lnSpc>
                <a:spcPct val="165000"/>
              </a:lnSpc>
              <a:spcBef>
                <a:spcPts val="610"/>
              </a:spcBef>
            </a:pPr>
            <a:r>
              <a:rPr sz="1250" spc="65" dirty="0">
                <a:solidFill>
                  <a:srgbClr val="374552"/>
                </a:solidFill>
                <a:latin typeface="Verdana"/>
                <a:cs typeface="Verdana"/>
              </a:rPr>
              <a:t>JWT</a:t>
            </a:r>
            <a:r>
              <a:rPr sz="1250" spc="-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Authentication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Google</a:t>
            </a:r>
            <a:r>
              <a:rPr sz="12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OAuth</a:t>
            </a:r>
            <a:r>
              <a:rPr sz="12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2.0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449DC9-A9AF-03E8-0269-6F44E40546BB}"/>
              </a:ext>
            </a:extLst>
          </p:cNvPr>
          <p:cNvSpPr txBox="1"/>
          <p:nvPr/>
        </p:nvSpPr>
        <p:spPr>
          <a:xfrm>
            <a:off x="9371111" y="5940360"/>
            <a:ext cx="2058889" cy="390525"/>
          </a:xfrm>
          <a:prstGeom prst="rect">
            <a:avLst/>
          </a:prstGeom>
          <a:solidFill>
            <a:srgbClr val="030E2A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572682" y="159789"/>
            <a:ext cx="2914637" cy="771399"/>
          </a:xfrm>
          <a:custGeom>
            <a:avLst/>
            <a:gdLst/>
            <a:ahLst/>
            <a:cxnLst/>
            <a:rect l="l" t="t" r="r" b="b"/>
            <a:pathLst>
              <a:path w="1057275" h="304800">
                <a:moveTo>
                  <a:pt x="904875" y="0"/>
                </a:moveTo>
                <a:lnTo>
                  <a:pt x="152400" y="0"/>
                </a:lnTo>
                <a:lnTo>
                  <a:pt x="144913" y="183"/>
                </a:lnTo>
                <a:lnTo>
                  <a:pt x="101068" y="8902"/>
                </a:lnTo>
                <a:lnTo>
                  <a:pt x="61606" y="29992"/>
                </a:lnTo>
                <a:lnTo>
                  <a:pt x="29992" y="61606"/>
                </a:lnTo>
                <a:lnTo>
                  <a:pt x="8902" y="101068"/>
                </a:lnTo>
                <a:lnTo>
                  <a:pt x="183" y="144913"/>
                </a:lnTo>
                <a:lnTo>
                  <a:pt x="0" y="152400"/>
                </a:lnTo>
                <a:lnTo>
                  <a:pt x="183" y="159886"/>
                </a:lnTo>
                <a:lnTo>
                  <a:pt x="8902" y="203731"/>
                </a:lnTo>
                <a:lnTo>
                  <a:pt x="29992" y="243193"/>
                </a:lnTo>
                <a:lnTo>
                  <a:pt x="61606" y="274800"/>
                </a:lnTo>
                <a:lnTo>
                  <a:pt x="101068" y="295892"/>
                </a:lnTo>
                <a:lnTo>
                  <a:pt x="144913" y="304616"/>
                </a:lnTo>
                <a:lnTo>
                  <a:pt x="152400" y="304800"/>
                </a:lnTo>
                <a:lnTo>
                  <a:pt x="904875" y="304800"/>
                </a:lnTo>
                <a:lnTo>
                  <a:pt x="949113" y="298238"/>
                </a:lnTo>
                <a:lnTo>
                  <a:pt x="989545" y="279107"/>
                </a:lnTo>
                <a:lnTo>
                  <a:pt x="1022686" y="249081"/>
                </a:lnTo>
                <a:lnTo>
                  <a:pt x="1045667" y="210718"/>
                </a:lnTo>
                <a:lnTo>
                  <a:pt x="1056543" y="167336"/>
                </a:lnTo>
                <a:lnTo>
                  <a:pt x="1057275" y="152400"/>
                </a:lnTo>
                <a:lnTo>
                  <a:pt x="1057091" y="144913"/>
                </a:lnTo>
                <a:lnTo>
                  <a:pt x="1048367" y="101068"/>
                </a:lnTo>
                <a:lnTo>
                  <a:pt x="1027282" y="61606"/>
                </a:lnTo>
                <a:lnTo>
                  <a:pt x="995668" y="29992"/>
                </a:lnTo>
                <a:lnTo>
                  <a:pt x="956206" y="8902"/>
                </a:lnTo>
                <a:lnTo>
                  <a:pt x="912361" y="183"/>
                </a:lnTo>
                <a:lnTo>
                  <a:pt x="904875" y="0"/>
                </a:lnTo>
                <a:close/>
              </a:path>
            </a:pathLst>
          </a:custGeom>
          <a:solidFill>
            <a:srgbClr val="D4E9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161254" y="390826"/>
            <a:ext cx="1993011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374552"/>
                </a:solidFill>
                <a:latin typeface="Verdana"/>
                <a:cs typeface="Verdana"/>
              </a:rPr>
              <a:t>MILESTONE</a:t>
            </a:r>
            <a:r>
              <a:rPr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pc="-320" dirty="0">
                <a:solidFill>
                  <a:srgbClr val="374552"/>
                </a:solidFill>
                <a:latin typeface="Verdana"/>
                <a:cs typeface="Verdana"/>
              </a:rPr>
              <a:t>1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39348" y="1061954"/>
            <a:ext cx="5584190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-180" dirty="0"/>
              <a:t>User</a:t>
            </a:r>
            <a:r>
              <a:rPr spc="-270" dirty="0"/>
              <a:t> </a:t>
            </a:r>
            <a:r>
              <a:rPr spc="-190" dirty="0"/>
              <a:t>Authentication</a:t>
            </a:r>
            <a:r>
              <a:rPr spc="-265" dirty="0"/>
              <a:t> </a:t>
            </a:r>
            <a:r>
              <a:rPr spc="-245" dirty="0"/>
              <a:t>&amp;</a:t>
            </a:r>
            <a:r>
              <a:rPr spc="-270" dirty="0"/>
              <a:t> </a:t>
            </a:r>
            <a:r>
              <a:rPr spc="-140" dirty="0"/>
              <a:t>Profile </a:t>
            </a:r>
            <a:r>
              <a:rPr spc="-290" dirty="0"/>
              <a:t>Management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857749" y="2257425"/>
            <a:ext cx="2914650" cy="1981200"/>
            <a:chOff x="4857749" y="2257425"/>
            <a:chExt cx="2914650" cy="1981200"/>
          </a:xfrm>
        </p:grpSpPr>
        <p:sp>
          <p:nvSpPr>
            <p:cNvPr id="7" name="object 7"/>
            <p:cNvSpPr/>
            <p:nvPr/>
          </p:nvSpPr>
          <p:spPr>
            <a:xfrm>
              <a:off x="4857737" y="2505925"/>
              <a:ext cx="2914650" cy="1732914"/>
            </a:xfrm>
            <a:custGeom>
              <a:avLst/>
              <a:gdLst/>
              <a:ahLst/>
              <a:cxnLst/>
              <a:rect l="l" t="t" r="r" b="b"/>
              <a:pathLst>
                <a:path w="2914650" h="1732914">
                  <a:moveTo>
                    <a:pt x="2914650" y="75361"/>
                  </a:moveTo>
                  <a:lnTo>
                    <a:pt x="2901823" y="33020"/>
                  </a:lnTo>
                  <a:lnTo>
                    <a:pt x="2867609" y="4965"/>
                  </a:lnTo>
                  <a:lnTo>
                    <a:pt x="2849219" y="0"/>
                  </a:lnTo>
                  <a:lnTo>
                    <a:pt x="2853321" y="1092"/>
                  </a:lnTo>
                  <a:lnTo>
                    <a:pt x="2867317" y="8826"/>
                  </a:lnTo>
                  <a:lnTo>
                    <a:pt x="2891244" y="46202"/>
                  </a:lnTo>
                  <a:lnTo>
                    <a:pt x="2895600" y="75361"/>
                  </a:lnTo>
                  <a:lnTo>
                    <a:pt x="2895600" y="1529118"/>
                  </a:lnTo>
                  <a:lnTo>
                    <a:pt x="2887700" y="1582597"/>
                  </a:lnTo>
                  <a:lnTo>
                    <a:pt x="2864523" y="1631657"/>
                  </a:lnTo>
                  <a:lnTo>
                    <a:pt x="2841053" y="1660055"/>
                  </a:lnTo>
                  <a:lnTo>
                    <a:pt x="2798140" y="1691843"/>
                  </a:lnTo>
                  <a:lnTo>
                    <a:pt x="2747073" y="1710143"/>
                  </a:lnTo>
                  <a:lnTo>
                    <a:pt x="2711056" y="1713661"/>
                  </a:lnTo>
                  <a:lnTo>
                    <a:pt x="203593" y="1713661"/>
                  </a:lnTo>
                  <a:lnTo>
                    <a:pt x="150114" y="1705749"/>
                  </a:lnTo>
                  <a:lnTo>
                    <a:pt x="101053" y="1682584"/>
                  </a:lnTo>
                  <a:lnTo>
                    <a:pt x="73596" y="1660067"/>
                  </a:lnTo>
                  <a:lnTo>
                    <a:pt x="73101" y="1659610"/>
                  </a:lnTo>
                  <a:lnTo>
                    <a:pt x="40868" y="1616189"/>
                  </a:lnTo>
                  <a:lnTo>
                    <a:pt x="22567" y="1565122"/>
                  </a:lnTo>
                  <a:lnTo>
                    <a:pt x="19050" y="1529118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529118"/>
                  </a:lnTo>
                  <a:lnTo>
                    <a:pt x="3911" y="1568831"/>
                  </a:lnTo>
                  <a:lnTo>
                    <a:pt x="15494" y="1607032"/>
                  </a:lnTo>
                  <a:lnTo>
                    <a:pt x="34315" y="1642224"/>
                  </a:lnTo>
                  <a:lnTo>
                    <a:pt x="59626" y="1673072"/>
                  </a:lnTo>
                  <a:lnTo>
                    <a:pt x="60121" y="1673542"/>
                  </a:lnTo>
                  <a:lnTo>
                    <a:pt x="66878" y="1679968"/>
                  </a:lnTo>
                  <a:lnTo>
                    <a:pt x="98945" y="1703743"/>
                  </a:lnTo>
                  <a:lnTo>
                    <a:pt x="135026" y="1720811"/>
                  </a:lnTo>
                  <a:lnTo>
                    <a:pt x="173748" y="1730502"/>
                  </a:lnTo>
                  <a:lnTo>
                    <a:pt x="203593" y="1732711"/>
                  </a:lnTo>
                  <a:lnTo>
                    <a:pt x="2711056" y="1732711"/>
                  </a:lnTo>
                  <a:lnTo>
                    <a:pt x="2750769" y="1728800"/>
                  </a:lnTo>
                  <a:lnTo>
                    <a:pt x="2788970" y="1717217"/>
                  </a:lnTo>
                  <a:lnTo>
                    <a:pt x="2824162" y="1698396"/>
                  </a:lnTo>
                  <a:lnTo>
                    <a:pt x="2854528" y="1673529"/>
                  </a:lnTo>
                  <a:lnTo>
                    <a:pt x="2855010" y="1673072"/>
                  </a:lnTo>
                  <a:lnTo>
                    <a:pt x="2880334" y="1642224"/>
                  </a:lnTo>
                  <a:lnTo>
                    <a:pt x="2899156" y="1607032"/>
                  </a:lnTo>
                  <a:lnTo>
                    <a:pt x="2910738" y="1568831"/>
                  </a:lnTo>
                  <a:lnTo>
                    <a:pt x="2914650" y="1529118"/>
                  </a:lnTo>
                  <a:lnTo>
                    <a:pt x="2914650" y="75361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7749" y="2257425"/>
              <a:ext cx="2914649" cy="4952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69113" y="2373122"/>
            <a:ext cx="9461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459" dirty="0">
                <a:latin typeface="Tahoma"/>
                <a:cs typeface="Tahoma"/>
              </a:rPr>
              <a:t>1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5428" y="2906712"/>
            <a:ext cx="2406015" cy="8724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70" dirty="0">
                <a:solidFill>
                  <a:srgbClr val="374552"/>
                </a:solidFill>
                <a:latin typeface="Tahoma"/>
                <a:cs typeface="Tahoma"/>
              </a:rPr>
              <a:t>Secure</a:t>
            </a:r>
            <a:r>
              <a:rPr sz="1650" b="1" spc="-9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374552"/>
                </a:solidFill>
                <a:latin typeface="Tahoma"/>
                <a:cs typeface="Tahoma"/>
              </a:rPr>
              <a:t>Onboarding</a:t>
            </a:r>
            <a:endParaRPr sz="1650" dirty="0">
              <a:latin typeface="Tahoma"/>
              <a:cs typeface="Tahoma"/>
            </a:endParaRPr>
          </a:p>
          <a:p>
            <a:pPr marL="12700" marR="5080">
              <a:lnSpc>
                <a:spcPct val="140000"/>
              </a:lnSpc>
              <a:spcBef>
                <a:spcPts val="445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Robust</a:t>
            </a:r>
            <a:r>
              <a:rPr sz="12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registration</a:t>
            </a:r>
            <a:r>
              <a:rPr sz="12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2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login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processes.</a:t>
            </a:r>
            <a:endParaRPr sz="125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43849" y="2257425"/>
            <a:ext cx="2914650" cy="1981200"/>
            <a:chOff x="7943849" y="2257425"/>
            <a:chExt cx="2914650" cy="1981200"/>
          </a:xfrm>
        </p:grpSpPr>
        <p:sp>
          <p:nvSpPr>
            <p:cNvPr id="12" name="object 12"/>
            <p:cNvSpPr/>
            <p:nvPr/>
          </p:nvSpPr>
          <p:spPr>
            <a:xfrm>
              <a:off x="7943837" y="2505925"/>
              <a:ext cx="2914650" cy="1732914"/>
            </a:xfrm>
            <a:custGeom>
              <a:avLst/>
              <a:gdLst/>
              <a:ahLst/>
              <a:cxnLst/>
              <a:rect l="l" t="t" r="r" b="b"/>
              <a:pathLst>
                <a:path w="2914650" h="1732914">
                  <a:moveTo>
                    <a:pt x="2914650" y="75361"/>
                  </a:moveTo>
                  <a:lnTo>
                    <a:pt x="2901823" y="33020"/>
                  </a:lnTo>
                  <a:lnTo>
                    <a:pt x="2867609" y="4965"/>
                  </a:lnTo>
                  <a:lnTo>
                    <a:pt x="2849219" y="0"/>
                  </a:lnTo>
                  <a:lnTo>
                    <a:pt x="2853321" y="1092"/>
                  </a:lnTo>
                  <a:lnTo>
                    <a:pt x="2867317" y="8826"/>
                  </a:lnTo>
                  <a:lnTo>
                    <a:pt x="2891244" y="46202"/>
                  </a:lnTo>
                  <a:lnTo>
                    <a:pt x="2895600" y="75361"/>
                  </a:lnTo>
                  <a:lnTo>
                    <a:pt x="2895600" y="1529118"/>
                  </a:lnTo>
                  <a:lnTo>
                    <a:pt x="2887700" y="1582597"/>
                  </a:lnTo>
                  <a:lnTo>
                    <a:pt x="2864523" y="1631657"/>
                  </a:lnTo>
                  <a:lnTo>
                    <a:pt x="2841053" y="1660055"/>
                  </a:lnTo>
                  <a:lnTo>
                    <a:pt x="2798140" y="1691843"/>
                  </a:lnTo>
                  <a:lnTo>
                    <a:pt x="2747073" y="1710143"/>
                  </a:lnTo>
                  <a:lnTo>
                    <a:pt x="2711056" y="1713661"/>
                  </a:lnTo>
                  <a:lnTo>
                    <a:pt x="203593" y="1713661"/>
                  </a:lnTo>
                  <a:lnTo>
                    <a:pt x="150101" y="1705749"/>
                  </a:lnTo>
                  <a:lnTo>
                    <a:pt x="101053" y="1682584"/>
                  </a:lnTo>
                  <a:lnTo>
                    <a:pt x="73596" y="1660067"/>
                  </a:lnTo>
                  <a:lnTo>
                    <a:pt x="73101" y="1659610"/>
                  </a:lnTo>
                  <a:lnTo>
                    <a:pt x="40868" y="1616189"/>
                  </a:lnTo>
                  <a:lnTo>
                    <a:pt x="22567" y="1565122"/>
                  </a:lnTo>
                  <a:lnTo>
                    <a:pt x="19050" y="1529118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529118"/>
                  </a:lnTo>
                  <a:lnTo>
                    <a:pt x="3911" y="1568831"/>
                  </a:lnTo>
                  <a:lnTo>
                    <a:pt x="15494" y="1607032"/>
                  </a:lnTo>
                  <a:lnTo>
                    <a:pt x="34315" y="1642224"/>
                  </a:lnTo>
                  <a:lnTo>
                    <a:pt x="59626" y="1673072"/>
                  </a:lnTo>
                  <a:lnTo>
                    <a:pt x="60121" y="1673542"/>
                  </a:lnTo>
                  <a:lnTo>
                    <a:pt x="66878" y="1679968"/>
                  </a:lnTo>
                  <a:lnTo>
                    <a:pt x="98945" y="1703743"/>
                  </a:lnTo>
                  <a:lnTo>
                    <a:pt x="135026" y="1720811"/>
                  </a:lnTo>
                  <a:lnTo>
                    <a:pt x="173736" y="1730502"/>
                  </a:lnTo>
                  <a:lnTo>
                    <a:pt x="203593" y="1732711"/>
                  </a:lnTo>
                  <a:lnTo>
                    <a:pt x="2711056" y="1732711"/>
                  </a:lnTo>
                  <a:lnTo>
                    <a:pt x="2750769" y="1728800"/>
                  </a:lnTo>
                  <a:lnTo>
                    <a:pt x="2788970" y="1717217"/>
                  </a:lnTo>
                  <a:lnTo>
                    <a:pt x="2824162" y="1698396"/>
                  </a:lnTo>
                  <a:lnTo>
                    <a:pt x="2854528" y="1673529"/>
                  </a:lnTo>
                  <a:lnTo>
                    <a:pt x="2855010" y="1673072"/>
                  </a:lnTo>
                  <a:lnTo>
                    <a:pt x="2880334" y="1642224"/>
                  </a:lnTo>
                  <a:lnTo>
                    <a:pt x="2899156" y="1607032"/>
                  </a:lnTo>
                  <a:lnTo>
                    <a:pt x="2910738" y="1568831"/>
                  </a:lnTo>
                  <a:lnTo>
                    <a:pt x="2914650" y="1529118"/>
                  </a:lnTo>
                  <a:lnTo>
                    <a:pt x="2914650" y="75361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3849" y="2257425"/>
              <a:ext cx="2914649" cy="4952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332138" y="2373122"/>
            <a:ext cx="13525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Tahoma"/>
                <a:cs typeface="Tahoma"/>
              </a:rPr>
              <a:t>2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08695" y="2906712"/>
            <a:ext cx="2242820" cy="11296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80" dirty="0">
                <a:solidFill>
                  <a:srgbClr val="374552"/>
                </a:solidFill>
                <a:latin typeface="Tahoma"/>
                <a:cs typeface="Tahoma"/>
              </a:rPr>
              <a:t>Profile</a:t>
            </a:r>
            <a:r>
              <a:rPr sz="1650" b="1" spc="-9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Creation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7500"/>
              </a:lnSpc>
              <a:spcBef>
                <a:spcPts val="484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Users</a:t>
            </a:r>
            <a:r>
              <a:rPr sz="1250" spc="-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build</a:t>
            </a:r>
            <a:r>
              <a:rPr sz="1250" spc="-9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comprehensive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personal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35" dirty="0">
                <a:solidFill>
                  <a:srgbClr val="374552"/>
                </a:solidFill>
                <a:latin typeface="Verdana"/>
                <a:cs typeface="Verdana"/>
              </a:rPr>
              <a:t>academic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profiles.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57749" y="4400550"/>
            <a:ext cx="6000750" cy="1466850"/>
            <a:chOff x="4857749" y="4400550"/>
            <a:chExt cx="6000750" cy="1466850"/>
          </a:xfrm>
        </p:grpSpPr>
        <p:sp>
          <p:nvSpPr>
            <p:cNvPr id="17" name="object 17"/>
            <p:cNvSpPr/>
            <p:nvPr/>
          </p:nvSpPr>
          <p:spPr>
            <a:xfrm>
              <a:off x="4857737" y="4649050"/>
              <a:ext cx="6000750" cy="1218565"/>
            </a:xfrm>
            <a:custGeom>
              <a:avLst/>
              <a:gdLst/>
              <a:ahLst/>
              <a:cxnLst/>
              <a:rect l="l" t="t" r="r" b="b"/>
              <a:pathLst>
                <a:path w="6000750" h="1218564">
                  <a:moveTo>
                    <a:pt x="6000750" y="75361"/>
                  </a:moveTo>
                  <a:lnTo>
                    <a:pt x="5987923" y="33020"/>
                  </a:lnTo>
                  <a:lnTo>
                    <a:pt x="5953709" y="4965"/>
                  </a:lnTo>
                  <a:lnTo>
                    <a:pt x="5935319" y="0"/>
                  </a:lnTo>
                  <a:lnTo>
                    <a:pt x="5939421" y="1092"/>
                  </a:lnTo>
                  <a:lnTo>
                    <a:pt x="5953417" y="8826"/>
                  </a:lnTo>
                  <a:lnTo>
                    <a:pt x="5977344" y="46202"/>
                  </a:lnTo>
                  <a:lnTo>
                    <a:pt x="5981700" y="75361"/>
                  </a:lnTo>
                  <a:lnTo>
                    <a:pt x="5981700" y="1014755"/>
                  </a:lnTo>
                  <a:lnTo>
                    <a:pt x="5973800" y="1068247"/>
                  </a:lnTo>
                  <a:lnTo>
                    <a:pt x="5950623" y="1117307"/>
                  </a:lnTo>
                  <a:lnTo>
                    <a:pt x="5927153" y="1145705"/>
                  </a:lnTo>
                  <a:lnTo>
                    <a:pt x="5884240" y="1177493"/>
                  </a:lnTo>
                  <a:lnTo>
                    <a:pt x="5833173" y="1195793"/>
                  </a:lnTo>
                  <a:lnTo>
                    <a:pt x="5797156" y="1199311"/>
                  </a:lnTo>
                  <a:lnTo>
                    <a:pt x="203593" y="1199311"/>
                  </a:lnTo>
                  <a:lnTo>
                    <a:pt x="150114" y="1191399"/>
                  </a:lnTo>
                  <a:lnTo>
                    <a:pt x="101053" y="1168234"/>
                  </a:lnTo>
                  <a:lnTo>
                    <a:pt x="73596" y="1145717"/>
                  </a:lnTo>
                  <a:lnTo>
                    <a:pt x="73113" y="1145260"/>
                  </a:lnTo>
                  <a:lnTo>
                    <a:pt x="40868" y="1101839"/>
                  </a:lnTo>
                  <a:lnTo>
                    <a:pt x="22567" y="1050772"/>
                  </a:lnTo>
                  <a:lnTo>
                    <a:pt x="19050" y="1014755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1014755"/>
                  </a:lnTo>
                  <a:lnTo>
                    <a:pt x="3911" y="1054481"/>
                  </a:lnTo>
                  <a:lnTo>
                    <a:pt x="15494" y="1092669"/>
                  </a:lnTo>
                  <a:lnTo>
                    <a:pt x="34315" y="1127874"/>
                  </a:lnTo>
                  <a:lnTo>
                    <a:pt x="59626" y="1158722"/>
                  </a:lnTo>
                  <a:lnTo>
                    <a:pt x="60121" y="1159192"/>
                  </a:lnTo>
                  <a:lnTo>
                    <a:pt x="66878" y="1165618"/>
                  </a:lnTo>
                  <a:lnTo>
                    <a:pt x="98945" y="1189393"/>
                  </a:lnTo>
                  <a:lnTo>
                    <a:pt x="135026" y="1206461"/>
                  </a:lnTo>
                  <a:lnTo>
                    <a:pt x="173748" y="1216152"/>
                  </a:lnTo>
                  <a:lnTo>
                    <a:pt x="203593" y="1218361"/>
                  </a:lnTo>
                  <a:lnTo>
                    <a:pt x="5797156" y="1218361"/>
                  </a:lnTo>
                  <a:lnTo>
                    <a:pt x="5836869" y="1214437"/>
                  </a:lnTo>
                  <a:lnTo>
                    <a:pt x="5875071" y="1202855"/>
                  </a:lnTo>
                  <a:lnTo>
                    <a:pt x="5910262" y="1184046"/>
                  </a:lnTo>
                  <a:lnTo>
                    <a:pt x="5940628" y="1159179"/>
                  </a:lnTo>
                  <a:lnTo>
                    <a:pt x="5941111" y="1158722"/>
                  </a:lnTo>
                  <a:lnTo>
                    <a:pt x="5966434" y="1127874"/>
                  </a:lnTo>
                  <a:lnTo>
                    <a:pt x="5985256" y="1092669"/>
                  </a:lnTo>
                  <a:lnTo>
                    <a:pt x="5996838" y="1054481"/>
                  </a:lnTo>
                  <a:lnTo>
                    <a:pt x="6000750" y="1014755"/>
                  </a:lnTo>
                  <a:lnTo>
                    <a:pt x="6000750" y="75361"/>
                  </a:lnTo>
                  <a:close/>
                </a:path>
              </a:pathLst>
            </a:custGeom>
            <a:solidFill>
              <a:srgbClr val="B9CF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49" y="4400550"/>
              <a:ext cx="6000749" cy="4952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025428" y="4516246"/>
            <a:ext cx="4257675" cy="11398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779395">
              <a:lnSpc>
                <a:spcPct val="100000"/>
              </a:lnSpc>
              <a:spcBef>
                <a:spcPts val="135"/>
              </a:spcBef>
            </a:pPr>
            <a:r>
              <a:rPr sz="1500" b="1" spc="-50" dirty="0">
                <a:latin typeface="Tahoma"/>
                <a:cs typeface="Tahoma"/>
              </a:rPr>
              <a:t>3</a:t>
            </a:r>
            <a:endParaRPr sz="15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b="1" spc="-130" dirty="0">
                <a:solidFill>
                  <a:srgbClr val="374552"/>
                </a:solidFill>
                <a:latin typeface="Tahoma"/>
                <a:cs typeface="Tahoma"/>
              </a:rPr>
              <a:t>Data</a:t>
            </a:r>
            <a:r>
              <a:rPr sz="1650" b="1" spc="-12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Privacy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Ensuring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confidentiality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protection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user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data.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20" name="object 20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6DBE1C-EBF2-B706-9E0C-B07B0B9327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9" r="8845"/>
          <a:stretch>
            <a:fillRect/>
          </a:stretch>
        </p:blipFill>
        <p:spPr>
          <a:xfrm>
            <a:off x="513240" y="386628"/>
            <a:ext cx="3476646" cy="55509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92323A1-A58E-764E-B74C-E554C68D254B}"/>
              </a:ext>
            </a:extLst>
          </p:cNvPr>
          <p:cNvSpPr txBox="1"/>
          <p:nvPr/>
        </p:nvSpPr>
        <p:spPr>
          <a:xfrm>
            <a:off x="9562991" y="5937559"/>
            <a:ext cx="17545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289D04-E2F7-0705-730E-2ADC4FEE1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35" t="13978" r="34234"/>
          <a:stretch>
            <a:fillRect/>
          </a:stretch>
        </p:blipFill>
        <p:spPr>
          <a:xfrm>
            <a:off x="152400" y="581626"/>
            <a:ext cx="2438400" cy="48247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4DD8FE-B6BF-740E-8EE4-83D4438819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03226"/>
            <a:ext cx="4648200" cy="243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F8FA07-0419-E55B-74D8-CF73CD65E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2" t="11353" r="15027" b="10145"/>
          <a:stretch>
            <a:fillRect/>
          </a:stretch>
        </p:blipFill>
        <p:spPr>
          <a:xfrm>
            <a:off x="7646708" y="993957"/>
            <a:ext cx="3630892" cy="40001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45D0DE-B6AE-E59C-AF9C-9A0EF6CB89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162869"/>
            <a:ext cx="4648200" cy="280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6682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766488" y="134142"/>
            <a:ext cx="2512098" cy="774701"/>
          </a:xfrm>
          <a:custGeom>
            <a:avLst/>
            <a:gdLst/>
            <a:ahLst/>
            <a:cxnLst/>
            <a:rect l="l" t="t" r="r" b="b"/>
            <a:pathLst>
              <a:path w="1085850" h="304800">
                <a:moveTo>
                  <a:pt x="933450" y="0"/>
                </a:moveTo>
                <a:lnTo>
                  <a:pt x="152400" y="0"/>
                </a:lnTo>
                <a:lnTo>
                  <a:pt x="144913" y="183"/>
                </a:lnTo>
                <a:lnTo>
                  <a:pt x="101068" y="8902"/>
                </a:lnTo>
                <a:lnTo>
                  <a:pt x="61606" y="29992"/>
                </a:lnTo>
                <a:lnTo>
                  <a:pt x="29992" y="61606"/>
                </a:lnTo>
                <a:lnTo>
                  <a:pt x="8902" y="101068"/>
                </a:lnTo>
                <a:lnTo>
                  <a:pt x="183" y="144913"/>
                </a:lnTo>
                <a:lnTo>
                  <a:pt x="0" y="152400"/>
                </a:lnTo>
                <a:lnTo>
                  <a:pt x="183" y="159886"/>
                </a:lnTo>
                <a:lnTo>
                  <a:pt x="8902" y="203731"/>
                </a:lnTo>
                <a:lnTo>
                  <a:pt x="29992" y="243193"/>
                </a:lnTo>
                <a:lnTo>
                  <a:pt x="61606" y="274800"/>
                </a:lnTo>
                <a:lnTo>
                  <a:pt x="101068" y="295892"/>
                </a:lnTo>
                <a:lnTo>
                  <a:pt x="144913" y="304616"/>
                </a:lnTo>
                <a:lnTo>
                  <a:pt x="152400" y="304800"/>
                </a:lnTo>
                <a:lnTo>
                  <a:pt x="933450" y="304800"/>
                </a:lnTo>
                <a:lnTo>
                  <a:pt x="977688" y="298238"/>
                </a:lnTo>
                <a:lnTo>
                  <a:pt x="1018120" y="279107"/>
                </a:lnTo>
                <a:lnTo>
                  <a:pt x="1051261" y="249081"/>
                </a:lnTo>
                <a:lnTo>
                  <a:pt x="1074242" y="210718"/>
                </a:lnTo>
                <a:lnTo>
                  <a:pt x="1085116" y="167336"/>
                </a:lnTo>
                <a:lnTo>
                  <a:pt x="1085850" y="152400"/>
                </a:lnTo>
                <a:lnTo>
                  <a:pt x="1085666" y="144913"/>
                </a:lnTo>
                <a:lnTo>
                  <a:pt x="1076942" y="101068"/>
                </a:lnTo>
                <a:lnTo>
                  <a:pt x="1055857" y="61606"/>
                </a:lnTo>
                <a:lnTo>
                  <a:pt x="1024243" y="29992"/>
                </a:lnTo>
                <a:lnTo>
                  <a:pt x="984781" y="8902"/>
                </a:lnTo>
                <a:lnTo>
                  <a:pt x="940936" y="183"/>
                </a:lnTo>
                <a:lnTo>
                  <a:pt x="933450" y="0"/>
                </a:lnTo>
                <a:close/>
              </a:path>
            </a:pathLst>
          </a:custGeom>
          <a:solidFill>
            <a:srgbClr val="D4E9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65092" y="383575"/>
            <a:ext cx="2069211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374552"/>
                </a:solidFill>
                <a:latin typeface="Verdana"/>
                <a:cs typeface="Verdana"/>
              </a:rPr>
              <a:t>MILESTONE</a:t>
            </a:r>
            <a:r>
              <a:rPr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374552"/>
                </a:solidFill>
                <a:latin typeface="Verdana"/>
                <a:cs typeface="Verdana"/>
              </a:rPr>
              <a:t>2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30510" y="996949"/>
            <a:ext cx="480758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190" dirty="0"/>
              <a:t>Education</a:t>
            </a:r>
            <a:r>
              <a:rPr spc="-275" dirty="0"/>
              <a:t> </a:t>
            </a:r>
            <a:r>
              <a:rPr spc="-204" dirty="0"/>
              <a:t>Details</a:t>
            </a:r>
            <a:r>
              <a:rPr spc="-270" dirty="0"/>
              <a:t> </a:t>
            </a:r>
            <a:r>
              <a:rPr spc="-340" dirty="0"/>
              <a:t>Input</a:t>
            </a:r>
            <a:r>
              <a:rPr spc="-270" dirty="0"/>
              <a:t> </a:t>
            </a:r>
            <a:r>
              <a:rPr spc="-95" dirty="0"/>
              <a:t>&amp; </a:t>
            </a:r>
            <a:r>
              <a:rPr spc="-175" dirty="0"/>
              <a:t>Preprocessing</a:t>
            </a:r>
            <a:r>
              <a:rPr spc="-185" dirty="0"/>
              <a:t> </a:t>
            </a:r>
            <a:r>
              <a:rPr spc="-300" dirty="0"/>
              <a:t>Module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857750" y="2228849"/>
            <a:ext cx="2914650" cy="1885950"/>
            <a:chOff x="4857750" y="2228849"/>
            <a:chExt cx="2914650" cy="1885950"/>
          </a:xfrm>
        </p:grpSpPr>
        <p:sp>
          <p:nvSpPr>
            <p:cNvPr id="7" name="object 7"/>
            <p:cNvSpPr/>
            <p:nvPr/>
          </p:nvSpPr>
          <p:spPr>
            <a:xfrm>
              <a:off x="4862512" y="2233612"/>
              <a:ext cx="2905125" cy="1876425"/>
            </a:xfrm>
            <a:custGeom>
              <a:avLst/>
              <a:gdLst/>
              <a:ahLst/>
              <a:cxnLst/>
              <a:rect l="l" t="t" r="r" b="b"/>
              <a:pathLst>
                <a:path w="2905125" h="1876425">
                  <a:moveTo>
                    <a:pt x="2706293" y="0"/>
                  </a:moveTo>
                  <a:lnTo>
                    <a:pt x="198831" y="0"/>
                  </a:lnTo>
                  <a:lnTo>
                    <a:pt x="179245" y="945"/>
                  </a:lnTo>
                  <a:lnTo>
                    <a:pt x="141202" y="8513"/>
                  </a:lnTo>
                  <a:lnTo>
                    <a:pt x="105006" y="23505"/>
                  </a:lnTo>
                  <a:lnTo>
                    <a:pt x="72758" y="45059"/>
                  </a:lnTo>
                  <a:lnTo>
                    <a:pt x="45059" y="72760"/>
                  </a:lnTo>
                  <a:lnTo>
                    <a:pt x="23505" y="105012"/>
                  </a:lnTo>
                  <a:lnTo>
                    <a:pt x="8513" y="141202"/>
                  </a:lnTo>
                  <a:lnTo>
                    <a:pt x="945" y="179245"/>
                  </a:lnTo>
                  <a:lnTo>
                    <a:pt x="0" y="198831"/>
                  </a:lnTo>
                  <a:lnTo>
                    <a:pt x="0" y="1677593"/>
                  </a:lnTo>
                  <a:lnTo>
                    <a:pt x="3783" y="1716389"/>
                  </a:lnTo>
                  <a:lnTo>
                    <a:pt x="15138" y="1753679"/>
                  </a:lnTo>
                  <a:lnTo>
                    <a:pt x="33480" y="1788074"/>
                  </a:lnTo>
                  <a:lnTo>
                    <a:pt x="58242" y="1818182"/>
                  </a:lnTo>
                  <a:lnTo>
                    <a:pt x="88345" y="1842944"/>
                  </a:lnTo>
                  <a:lnTo>
                    <a:pt x="122745" y="1861286"/>
                  </a:lnTo>
                  <a:lnTo>
                    <a:pt x="160035" y="1872641"/>
                  </a:lnTo>
                  <a:lnTo>
                    <a:pt x="198831" y="1876424"/>
                  </a:lnTo>
                  <a:lnTo>
                    <a:pt x="2706293" y="1876424"/>
                  </a:lnTo>
                  <a:lnTo>
                    <a:pt x="2745088" y="1872641"/>
                  </a:lnTo>
                  <a:lnTo>
                    <a:pt x="2782379" y="1861286"/>
                  </a:lnTo>
                  <a:lnTo>
                    <a:pt x="2816774" y="1842944"/>
                  </a:lnTo>
                  <a:lnTo>
                    <a:pt x="2846882" y="1818182"/>
                  </a:lnTo>
                  <a:lnTo>
                    <a:pt x="2871644" y="1788074"/>
                  </a:lnTo>
                  <a:lnTo>
                    <a:pt x="2889986" y="1753679"/>
                  </a:lnTo>
                  <a:lnTo>
                    <a:pt x="2901341" y="1716389"/>
                  </a:lnTo>
                  <a:lnTo>
                    <a:pt x="2905124" y="1677593"/>
                  </a:lnTo>
                  <a:lnTo>
                    <a:pt x="2905124" y="198831"/>
                  </a:lnTo>
                  <a:lnTo>
                    <a:pt x="2901341" y="160035"/>
                  </a:lnTo>
                  <a:lnTo>
                    <a:pt x="2889986" y="122745"/>
                  </a:lnTo>
                  <a:lnTo>
                    <a:pt x="2871644" y="88350"/>
                  </a:lnTo>
                  <a:lnTo>
                    <a:pt x="2846882" y="58242"/>
                  </a:lnTo>
                  <a:lnTo>
                    <a:pt x="2816774" y="33480"/>
                  </a:lnTo>
                  <a:lnTo>
                    <a:pt x="2782379" y="15138"/>
                  </a:lnTo>
                  <a:lnTo>
                    <a:pt x="2745088" y="3783"/>
                  </a:lnTo>
                  <a:lnTo>
                    <a:pt x="2706293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274" y="2238375"/>
              <a:ext cx="2895599" cy="18668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62512" y="2233612"/>
              <a:ext cx="2905125" cy="1876425"/>
            </a:xfrm>
            <a:custGeom>
              <a:avLst/>
              <a:gdLst/>
              <a:ahLst/>
              <a:cxnLst/>
              <a:rect l="l" t="t" r="r" b="b"/>
              <a:pathLst>
                <a:path w="2905125" h="1876425">
                  <a:moveTo>
                    <a:pt x="0" y="1677593"/>
                  </a:moveTo>
                  <a:lnTo>
                    <a:pt x="0" y="198831"/>
                  </a:lnTo>
                  <a:lnTo>
                    <a:pt x="238" y="189063"/>
                  </a:lnTo>
                  <a:lnTo>
                    <a:pt x="5958" y="150507"/>
                  </a:lnTo>
                  <a:lnTo>
                    <a:pt x="19095" y="113810"/>
                  </a:lnTo>
                  <a:lnTo>
                    <a:pt x="39139" y="80377"/>
                  </a:lnTo>
                  <a:lnTo>
                    <a:pt x="65317" y="51501"/>
                  </a:lnTo>
                  <a:lnTo>
                    <a:pt x="96622" y="28275"/>
                  </a:lnTo>
                  <a:lnTo>
                    <a:pt x="131857" y="11616"/>
                  </a:lnTo>
                  <a:lnTo>
                    <a:pt x="169670" y="2148"/>
                  </a:lnTo>
                  <a:lnTo>
                    <a:pt x="198831" y="0"/>
                  </a:lnTo>
                  <a:lnTo>
                    <a:pt x="2706293" y="0"/>
                  </a:lnTo>
                  <a:lnTo>
                    <a:pt x="2745079" y="3822"/>
                  </a:lnTo>
                  <a:lnTo>
                    <a:pt x="2782379" y="15138"/>
                  </a:lnTo>
                  <a:lnTo>
                    <a:pt x="2816758" y="33502"/>
                  </a:lnTo>
                  <a:lnTo>
                    <a:pt x="2846882" y="58242"/>
                  </a:lnTo>
                  <a:lnTo>
                    <a:pt x="2871609" y="88366"/>
                  </a:lnTo>
                  <a:lnTo>
                    <a:pt x="2889986" y="122745"/>
                  </a:lnTo>
                  <a:lnTo>
                    <a:pt x="2901302" y="160045"/>
                  </a:lnTo>
                  <a:lnTo>
                    <a:pt x="2905125" y="198831"/>
                  </a:lnTo>
                  <a:lnTo>
                    <a:pt x="2905125" y="1677593"/>
                  </a:lnTo>
                  <a:lnTo>
                    <a:pt x="2901302" y="1716379"/>
                  </a:lnTo>
                  <a:lnTo>
                    <a:pt x="2889986" y="1753679"/>
                  </a:lnTo>
                  <a:lnTo>
                    <a:pt x="2871609" y="1788058"/>
                  </a:lnTo>
                  <a:lnTo>
                    <a:pt x="2846882" y="1818182"/>
                  </a:lnTo>
                  <a:lnTo>
                    <a:pt x="2816758" y="1842909"/>
                  </a:lnTo>
                  <a:lnTo>
                    <a:pt x="2782379" y="1861286"/>
                  </a:lnTo>
                  <a:lnTo>
                    <a:pt x="2745079" y="1872602"/>
                  </a:lnTo>
                  <a:lnTo>
                    <a:pt x="2706293" y="1876425"/>
                  </a:lnTo>
                  <a:lnTo>
                    <a:pt x="198831" y="1876425"/>
                  </a:lnTo>
                  <a:lnTo>
                    <a:pt x="160045" y="1872602"/>
                  </a:lnTo>
                  <a:lnTo>
                    <a:pt x="122745" y="1861286"/>
                  </a:lnTo>
                  <a:lnTo>
                    <a:pt x="88366" y="1842909"/>
                  </a:lnTo>
                  <a:lnTo>
                    <a:pt x="58242" y="1818182"/>
                  </a:lnTo>
                  <a:lnTo>
                    <a:pt x="33515" y="1788058"/>
                  </a:lnTo>
                  <a:lnTo>
                    <a:pt x="15138" y="1753679"/>
                  </a:lnTo>
                  <a:lnTo>
                    <a:pt x="3822" y="1716379"/>
                  </a:lnTo>
                  <a:lnTo>
                    <a:pt x="0" y="1677593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9199" y="2400300"/>
              <a:ext cx="485774" cy="4857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2550" y="2533649"/>
              <a:ext cx="219824" cy="2198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015903" y="3049587"/>
            <a:ext cx="2353945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60" dirty="0">
                <a:solidFill>
                  <a:srgbClr val="374552"/>
                </a:solidFill>
                <a:latin typeface="Tahoma"/>
                <a:cs typeface="Tahoma"/>
              </a:rPr>
              <a:t>Academic</a:t>
            </a:r>
            <a:r>
              <a:rPr sz="1650" b="1" spc="-12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30" dirty="0">
                <a:solidFill>
                  <a:srgbClr val="374552"/>
                </a:solidFill>
                <a:latin typeface="Tahoma"/>
                <a:cs typeface="Tahoma"/>
              </a:rPr>
              <a:t>Data</a:t>
            </a:r>
            <a:r>
              <a:rPr sz="1650" b="1" spc="-114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Capture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Structured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input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courses, </a:t>
            </a: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grades,</a:t>
            </a:r>
            <a:r>
              <a:rPr sz="125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25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qualifications.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943850" y="2228849"/>
            <a:ext cx="2914650" cy="1885950"/>
            <a:chOff x="7943850" y="2228849"/>
            <a:chExt cx="2914650" cy="1885950"/>
          </a:xfrm>
        </p:grpSpPr>
        <p:sp>
          <p:nvSpPr>
            <p:cNvPr id="14" name="object 14"/>
            <p:cNvSpPr/>
            <p:nvPr/>
          </p:nvSpPr>
          <p:spPr>
            <a:xfrm>
              <a:off x="7948611" y="2233612"/>
              <a:ext cx="2905125" cy="1876425"/>
            </a:xfrm>
            <a:custGeom>
              <a:avLst/>
              <a:gdLst/>
              <a:ahLst/>
              <a:cxnLst/>
              <a:rect l="l" t="t" r="r" b="b"/>
              <a:pathLst>
                <a:path w="2905125" h="1876425">
                  <a:moveTo>
                    <a:pt x="2706293" y="0"/>
                  </a:moveTo>
                  <a:lnTo>
                    <a:pt x="198831" y="0"/>
                  </a:lnTo>
                  <a:lnTo>
                    <a:pt x="179245" y="945"/>
                  </a:lnTo>
                  <a:lnTo>
                    <a:pt x="141202" y="8513"/>
                  </a:lnTo>
                  <a:lnTo>
                    <a:pt x="105006" y="23505"/>
                  </a:lnTo>
                  <a:lnTo>
                    <a:pt x="72758" y="45059"/>
                  </a:lnTo>
                  <a:lnTo>
                    <a:pt x="45059" y="72760"/>
                  </a:lnTo>
                  <a:lnTo>
                    <a:pt x="23505" y="105012"/>
                  </a:lnTo>
                  <a:lnTo>
                    <a:pt x="8513" y="141202"/>
                  </a:lnTo>
                  <a:lnTo>
                    <a:pt x="945" y="179245"/>
                  </a:lnTo>
                  <a:lnTo>
                    <a:pt x="0" y="198831"/>
                  </a:lnTo>
                  <a:lnTo>
                    <a:pt x="0" y="1677593"/>
                  </a:lnTo>
                  <a:lnTo>
                    <a:pt x="3783" y="1716389"/>
                  </a:lnTo>
                  <a:lnTo>
                    <a:pt x="15138" y="1753679"/>
                  </a:lnTo>
                  <a:lnTo>
                    <a:pt x="33480" y="1788074"/>
                  </a:lnTo>
                  <a:lnTo>
                    <a:pt x="58242" y="1818182"/>
                  </a:lnTo>
                  <a:lnTo>
                    <a:pt x="88345" y="1842944"/>
                  </a:lnTo>
                  <a:lnTo>
                    <a:pt x="122745" y="1861286"/>
                  </a:lnTo>
                  <a:lnTo>
                    <a:pt x="160035" y="1872641"/>
                  </a:lnTo>
                  <a:lnTo>
                    <a:pt x="198831" y="1876424"/>
                  </a:lnTo>
                  <a:lnTo>
                    <a:pt x="2706293" y="1876424"/>
                  </a:lnTo>
                  <a:lnTo>
                    <a:pt x="2745088" y="1872641"/>
                  </a:lnTo>
                  <a:lnTo>
                    <a:pt x="2782379" y="1861286"/>
                  </a:lnTo>
                  <a:lnTo>
                    <a:pt x="2816774" y="1842944"/>
                  </a:lnTo>
                  <a:lnTo>
                    <a:pt x="2846882" y="1818182"/>
                  </a:lnTo>
                  <a:lnTo>
                    <a:pt x="2871644" y="1788074"/>
                  </a:lnTo>
                  <a:lnTo>
                    <a:pt x="2889986" y="1753679"/>
                  </a:lnTo>
                  <a:lnTo>
                    <a:pt x="2901341" y="1716389"/>
                  </a:lnTo>
                  <a:lnTo>
                    <a:pt x="2905124" y="1677593"/>
                  </a:lnTo>
                  <a:lnTo>
                    <a:pt x="2905124" y="198831"/>
                  </a:lnTo>
                  <a:lnTo>
                    <a:pt x="2901341" y="160035"/>
                  </a:lnTo>
                  <a:lnTo>
                    <a:pt x="2889986" y="122745"/>
                  </a:lnTo>
                  <a:lnTo>
                    <a:pt x="2871644" y="88350"/>
                  </a:lnTo>
                  <a:lnTo>
                    <a:pt x="2846882" y="58242"/>
                  </a:lnTo>
                  <a:lnTo>
                    <a:pt x="2816774" y="33480"/>
                  </a:lnTo>
                  <a:lnTo>
                    <a:pt x="2782379" y="15138"/>
                  </a:lnTo>
                  <a:lnTo>
                    <a:pt x="2745088" y="3783"/>
                  </a:lnTo>
                  <a:lnTo>
                    <a:pt x="2706293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53374" y="2238375"/>
              <a:ext cx="2895599" cy="18668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48612" y="2233612"/>
              <a:ext cx="2905125" cy="1876425"/>
            </a:xfrm>
            <a:custGeom>
              <a:avLst/>
              <a:gdLst/>
              <a:ahLst/>
              <a:cxnLst/>
              <a:rect l="l" t="t" r="r" b="b"/>
              <a:pathLst>
                <a:path w="2905125" h="1876425">
                  <a:moveTo>
                    <a:pt x="0" y="1677593"/>
                  </a:moveTo>
                  <a:lnTo>
                    <a:pt x="0" y="198831"/>
                  </a:lnTo>
                  <a:lnTo>
                    <a:pt x="238" y="189063"/>
                  </a:lnTo>
                  <a:lnTo>
                    <a:pt x="5958" y="150507"/>
                  </a:lnTo>
                  <a:lnTo>
                    <a:pt x="19093" y="113810"/>
                  </a:lnTo>
                  <a:lnTo>
                    <a:pt x="39139" y="80377"/>
                  </a:lnTo>
                  <a:lnTo>
                    <a:pt x="65317" y="51501"/>
                  </a:lnTo>
                  <a:lnTo>
                    <a:pt x="96622" y="28275"/>
                  </a:lnTo>
                  <a:lnTo>
                    <a:pt x="131856" y="11616"/>
                  </a:lnTo>
                  <a:lnTo>
                    <a:pt x="169670" y="2148"/>
                  </a:lnTo>
                  <a:lnTo>
                    <a:pt x="198831" y="0"/>
                  </a:lnTo>
                  <a:lnTo>
                    <a:pt x="2706293" y="0"/>
                  </a:lnTo>
                  <a:lnTo>
                    <a:pt x="2745079" y="3822"/>
                  </a:lnTo>
                  <a:lnTo>
                    <a:pt x="2782379" y="15138"/>
                  </a:lnTo>
                  <a:lnTo>
                    <a:pt x="2816758" y="33502"/>
                  </a:lnTo>
                  <a:lnTo>
                    <a:pt x="2846882" y="58242"/>
                  </a:lnTo>
                  <a:lnTo>
                    <a:pt x="2871609" y="88366"/>
                  </a:lnTo>
                  <a:lnTo>
                    <a:pt x="2889986" y="122745"/>
                  </a:lnTo>
                  <a:lnTo>
                    <a:pt x="2901302" y="160045"/>
                  </a:lnTo>
                  <a:lnTo>
                    <a:pt x="2905125" y="198831"/>
                  </a:lnTo>
                  <a:lnTo>
                    <a:pt x="2905125" y="1677593"/>
                  </a:lnTo>
                  <a:lnTo>
                    <a:pt x="2901302" y="1716379"/>
                  </a:lnTo>
                  <a:lnTo>
                    <a:pt x="2889986" y="1753679"/>
                  </a:lnTo>
                  <a:lnTo>
                    <a:pt x="2871609" y="1788058"/>
                  </a:lnTo>
                  <a:lnTo>
                    <a:pt x="2846882" y="1818182"/>
                  </a:lnTo>
                  <a:lnTo>
                    <a:pt x="2816758" y="1842909"/>
                  </a:lnTo>
                  <a:lnTo>
                    <a:pt x="2782379" y="1861286"/>
                  </a:lnTo>
                  <a:lnTo>
                    <a:pt x="2745079" y="1872602"/>
                  </a:lnTo>
                  <a:lnTo>
                    <a:pt x="2706293" y="1876425"/>
                  </a:lnTo>
                  <a:lnTo>
                    <a:pt x="198831" y="1876425"/>
                  </a:lnTo>
                  <a:lnTo>
                    <a:pt x="160045" y="1872602"/>
                  </a:lnTo>
                  <a:lnTo>
                    <a:pt x="122745" y="1861286"/>
                  </a:lnTo>
                  <a:lnTo>
                    <a:pt x="88366" y="1842909"/>
                  </a:lnTo>
                  <a:lnTo>
                    <a:pt x="58242" y="1818182"/>
                  </a:lnTo>
                  <a:lnTo>
                    <a:pt x="33515" y="1788058"/>
                  </a:lnTo>
                  <a:lnTo>
                    <a:pt x="15138" y="1753679"/>
                  </a:lnTo>
                  <a:lnTo>
                    <a:pt x="3822" y="1716379"/>
                  </a:lnTo>
                  <a:lnTo>
                    <a:pt x="0" y="1677593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15299" y="2400300"/>
              <a:ext cx="485774" cy="4857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46182" y="2528781"/>
              <a:ext cx="224747" cy="22956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099170" y="3049587"/>
            <a:ext cx="2133600" cy="8629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30" dirty="0">
                <a:solidFill>
                  <a:srgbClr val="374552"/>
                </a:solidFill>
                <a:latin typeface="Tahoma"/>
                <a:cs typeface="Tahoma"/>
              </a:rPr>
              <a:t>Data</a:t>
            </a:r>
            <a:r>
              <a:rPr sz="1650" b="1" spc="-12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Cleaning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5000"/>
              </a:lnSpc>
              <a:spcBef>
                <a:spcPts val="520"/>
              </a:spcBef>
            </a:pPr>
            <a:r>
              <a:rPr sz="1250" spc="45" dirty="0">
                <a:solidFill>
                  <a:srgbClr val="374552"/>
                </a:solidFill>
                <a:latin typeface="Verdana"/>
                <a:cs typeface="Verdana"/>
              </a:rPr>
              <a:t>Automated</a:t>
            </a:r>
            <a:r>
              <a:rPr sz="1250" spc="-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processes</a:t>
            </a:r>
            <a:r>
              <a:rPr sz="1250" spc="-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for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consistency</a:t>
            </a:r>
            <a:r>
              <a:rPr sz="12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25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accuracy.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57750" y="4276725"/>
            <a:ext cx="6000750" cy="1619250"/>
            <a:chOff x="4857750" y="4276725"/>
            <a:chExt cx="6000750" cy="1619250"/>
          </a:xfrm>
        </p:grpSpPr>
        <p:sp>
          <p:nvSpPr>
            <p:cNvPr id="21" name="object 21"/>
            <p:cNvSpPr/>
            <p:nvPr/>
          </p:nvSpPr>
          <p:spPr>
            <a:xfrm>
              <a:off x="4862512" y="4281487"/>
              <a:ext cx="5991225" cy="1609725"/>
            </a:xfrm>
            <a:custGeom>
              <a:avLst/>
              <a:gdLst/>
              <a:ahLst/>
              <a:cxnLst/>
              <a:rect l="l" t="t" r="r" b="b"/>
              <a:pathLst>
                <a:path w="5991225" h="1609725">
                  <a:moveTo>
                    <a:pt x="5792393" y="0"/>
                  </a:moveTo>
                  <a:lnTo>
                    <a:pt x="198831" y="0"/>
                  </a:lnTo>
                  <a:lnTo>
                    <a:pt x="179245" y="945"/>
                  </a:lnTo>
                  <a:lnTo>
                    <a:pt x="141202" y="8513"/>
                  </a:lnTo>
                  <a:lnTo>
                    <a:pt x="105006" y="23503"/>
                  </a:lnTo>
                  <a:lnTo>
                    <a:pt x="72758" y="45054"/>
                  </a:lnTo>
                  <a:lnTo>
                    <a:pt x="45059" y="72760"/>
                  </a:lnTo>
                  <a:lnTo>
                    <a:pt x="23505" y="105012"/>
                  </a:lnTo>
                  <a:lnTo>
                    <a:pt x="8513" y="141202"/>
                  </a:lnTo>
                  <a:lnTo>
                    <a:pt x="945" y="179245"/>
                  </a:lnTo>
                  <a:lnTo>
                    <a:pt x="0" y="198831"/>
                  </a:lnTo>
                  <a:lnTo>
                    <a:pt x="0" y="1410891"/>
                  </a:lnTo>
                  <a:lnTo>
                    <a:pt x="3783" y="1449686"/>
                  </a:lnTo>
                  <a:lnTo>
                    <a:pt x="15138" y="1486976"/>
                  </a:lnTo>
                  <a:lnTo>
                    <a:pt x="33480" y="1521375"/>
                  </a:lnTo>
                  <a:lnTo>
                    <a:pt x="58242" y="1551483"/>
                  </a:lnTo>
                  <a:lnTo>
                    <a:pt x="88345" y="1576246"/>
                  </a:lnTo>
                  <a:lnTo>
                    <a:pt x="122745" y="1594590"/>
                  </a:lnTo>
                  <a:lnTo>
                    <a:pt x="160035" y="1605942"/>
                  </a:lnTo>
                  <a:lnTo>
                    <a:pt x="198831" y="1609726"/>
                  </a:lnTo>
                  <a:lnTo>
                    <a:pt x="5792393" y="1609726"/>
                  </a:lnTo>
                  <a:lnTo>
                    <a:pt x="5831188" y="1605942"/>
                  </a:lnTo>
                  <a:lnTo>
                    <a:pt x="5868479" y="1594590"/>
                  </a:lnTo>
                  <a:lnTo>
                    <a:pt x="5902873" y="1576246"/>
                  </a:lnTo>
                  <a:lnTo>
                    <a:pt x="5932982" y="1551483"/>
                  </a:lnTo>
                  <a:lnTo>
                    <a:pt x="5957744" y="1521375"/>
                  </a:lnTo>
                  <a:lnTo>
                    <a:pt x="5976086" y="1486976"/>
                  </a:lnTo>
                  <a:lnTo>
                    <a:pt x="5987441" y="1449686"/>
                  </a:lnTo>
                  <a:lnTo>
                    <a:pt x="5991224" y="1410891"/>
                  </a:lnTo>
                  <a:lnTo>
                    <a:pt x="5991224" y="198831"/>
                  </a:lnTo>
                  <a:lnTo>
                    <a:pt x="5987441" y="160035"/>
                  </a:lnTo>
                  <a:lnTo>
                    <a:pt x="5976086" y="122745"/>
                  </a:lnTo>
                  <a:lnTo>
                    <a:pt x="5957744" y="88350"/>
                  </a:lnTo>
                  <a:lnTo>
                    <a:pt x="5932982" y="58242"/>
                  </a:lnTo>
                  <a:lnTo>
                    <a:pt x="5902873" y="33475"/>
                  </a:lnTo>
                  <a:lnTo>
                    <a:pt x="5868479" y="15138"/>
                  </a:lnTo>
                  <a:lnTo>
                    <a:pt x="5831188" y="3783"/>
                  </a:lnTo>
                  <a:lnTo>
                    <a:pt x="5792393" y="0"/>
                  </a:lnTo>
                  <a:close/>
                </a:path>
              </a:pathLst>
            </a:custGeom>
            <a:solidFill>
              <a:srgbClr val="D4E9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67274" y="4286251"/>
              <a:ext cx="5981699" cy="160019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62512" y="4281487"/>
              <a:ext cx="5991225" cy="1609725"/>
            </a:xfrm>
            <a:custGeom>
              <a:avLst/>
              <a:gdLst/>
              <a:ahLst/>
              <a:cxnLst/>
              <a:rect l="l" t="t" r="r" b="b"/>
              <a:pathLst>
                <a:path w="5991225" h="1609725">
                  <a:moveTo>
                    <a:pt x="0" y="1410891"/>
                  </a:moveTo>
                  <a:lnTo>
                    <a:pt x="0" y="198831"/>
                  </a:lnTo>
                  <a:lnTo>
                    <a:pt x="238" y="189063"/>
                  </a:lnTo>
                  <a:lnTo>
                    <a:pt x="5958" y="150507"/>
                  </a:lnTo>
                  <a:lnTo>
                    <a:pt x="19095" y="113810"/>
                  </a:lnTo>
                  <a:lnTo>
                    <a:pt x="39139" y="80377"/>
                  </a:lnTo>
                  <a:lnTo>
                    <a:pt x="65317" y="51501"/>
                  </a:lnTo>
                  <a:lnTo>
                    <a:pt x="96622" y="28275"/>
                  </a:lnTo>
                  <a:lnTo>
                    <a:pt x="131857" y="11616"/>
                  </a:lnTo>
                  <a:lnTo>
                    <a:pt x="169670" y="2148"/>
                  </a:lnTo>
                  <a:lnTo>
                    <a:pt x="198831" y="0"/>
                  </a:lnTo>
                  <a:lnTo>
                    <a:pt x="5792393" y="0"/>
                  </a:lnTo>
                  <a:lnTo>
                    <a:pt x="5831179" y="3822"/>
                  </a:lnTo>
                  <a:lnTo>
                    <a:pt x="5868479" y="15138"/>
                  </a:lnTo>
                  <a:lnTo>
                    <a:pt x="5902858" y="33502"/>
                  </a:lnTo>
                  <a:lnTo>
                    <a:pt x="5932982" y="58242"/>
                  </a:lnTo>
                  <a:lnTo>
                    <a:pt x="5957709" y="88366"/>
                  </a:lnTo>
                  <a:lnTo>
                    <a:pt x="5976086" y="122745"/>
                  </a:lnTo>
                  <a:lnTo>
                    <a:pt x="5987402" y="160045"/>
                  </a:lnTo>
                  <a:lnTo>
                    <a:pt x="5991225" y="198831"/>
                  </a:lnTo>
                  <a:lnTo>
                    <a:pt x="5991225" y="1410891"/>
                  </a:lnTo>
                  <a:lnTo>
                    <a:pt x="5987402" y="1449680"/>
                  </a:lnTo>
                  <a:lnTo>
                    <a:pt x="5976086" y="1486976"/>
                  </a:lnTo>
                  <a:lnTo>
                    <a:pt x="5957709" y="1521357"/>
                  </a:lnTo>
                  <a:lnTo>
                    <a:pt x="5932982" y="1551484"/>
                  </a:lnTo>
                  <a:lnTo>
                    <a:pt x="5902858" y="1576214"/>
                  </a:lnTo>
                  <a:lnTo>
                    <a:pt x="5868479" y="1594590"/>
                  </a:lnTo>
                  <a:lnTo>
                    <a:pt x="5831179" y="1605901"/>
                  </a:lnTo>
                  <a:lnTo>
                    <a:pt x="5792393" y="1609726"/>
                  </a:lnTo>
                  <a:lnTo>
                    <a:pt x="198831" y="1609726"/>
                  </a:lnTo>
                  <a:lnTo>
                    <a:pt x="160045" y="1605901"/>
                  </a:lnTo>
                  <a:lnTo>
                    <a:pt x="122745" y="1594590"/>
                  </a:lnTo>
                  <a:lnTo>
                    <a:pt x="88366" y="1576214"/>
                  </a:lnTo>
                  <a:lnTo>
                    <a:pt x="58242" y="1551484"/>
                  </a:lnTo>
                  <a:lnTo>
                    <a:pt x="33515" y="1521357"/>
                  </a:lnTo>
                  <a:lnTo>
                    <a:pt x="15138" y="1486976"/>
                  </a:lnTo>
                  <a:lnTo>
                    <a:pt x="3822" y="1449680"/>
                  </a:lnTo>
                  <a:lnTo>
                    <a:pt x="0" y="1410891"/>
                  </a:lnTo>
                  <a:close/>
                </a:path>
              </a:pathLst>
            </a:custGeom>
            <a:ln w="9525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9199" y="4448175"/>
              <a:ext cx="485774" cy="48577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173332" y="4581525"/>
              <a:ext cx="198755" cy="220345"/>
            </a:xfrm>
            <a:custGeom>
              <a:avLst/>
              <a:gdLst/>
              <a:ahLst/>
              <a:cxnLst/>
              <a:rect l="l" t="t" r="r" b="b"/>
              <a:pathLst>
                <a:path w="198754" h="220345">
                  <a:moveTo>
                    <a:pt x="171856" y="46545"/>
                  </a:moveTo>
                  <a:lnTo>
                    <a:pt x="142248" y="9133"/>
                  </a:lnTo>
                  <a:lnTo>
                    <a:pt x="129781" y="254"/>
                  </a:lnTo>
                  <a:lnTo>
                    <a:pt x="127038" y="0"/>
                  </a:lnTo>
                </a:path>
                <a:path w="198754" h="220345">
                  <a:moveTo>
                    <a:pt x="27762" y="38"/>
                  </a:moveTo>
                  <a:lnTo>
                    <a:pt x="18491" y="88"/>
                  </a:lnTo>
                </a:path>
                <a:path w="198754" h="220345">
                  <a:moveTo>
                    <a:pt x="130454" y="199910"/>
                  </a:moveTo>
                  <a:lnTo>
                    <a:pt x="131953" y="193128"/>
                  </a:lnTo>
                  <a:lnTo>
                    <a:pt x="135394" y="180213"/>
                  </a:lnTo>
                  <a:lnTo>
                    <a:pt x="135432" y="178841"/>
                  </a:lnTo>
                  <a:lnTo>
                    <a:pt x="135229" y="178015"/>
                  </a:lnTo>
                  <a:lnTo>
                    <a:pt x="134848" y="177279"/>
                  </a:lnTo>
                  <a:lnTo>
                    <a:pt x="133883" y="176212"/>
                  </a:lnTo>
                  <a:lnTo>
                    <a:pt x="118757" y="163474"/>
                  </a:lnTo>
                </a:path>
                <a:path w="198754" h="220345">
                  <a:moveTo>
                    <a:pt x="18491" y="88"/>
                  </a:moveTo>
                  <a:lnTo>
                    <a:pt x="63" y="16624"/>
                  </a:lnTo>
                  <a:lnTo>
                    <a:pt x="12" y="23622"/>
                  </a:lnTo>
                </a:path>
                <a:path w="198754" h="220345">
                  <a:moveTo>
                    <a:pt x="0" y="187769"/>
                  </a:moveTo>
                  <a:lnTo>
                    <a:pt x="16941" y="206336"/>
                  </a:lnTo>
                  <a:lnTo>
                    <a:pt x="23876" y="206375"/>
                  </a:lnTo>
                </a:path>
                <a:path w="198754" h="220345">
                  <a:moveTo>
                    <a:pt x="198259" y="171386"/>
                  </a:moveTo>
                  <a:lnTo>
                    <a:pt x="198259" y="177812"/>
                  </a:lnTo>
                  <a:lnTo>
                    <a:pt x="197027" y="183984"/>
                  </a:lnTo>
                  <a:lnTo>
                    <a:pt x="168363" y="216128"/>
                  </a:lnTo>
                  <a:lnTo>
                    <a:pt x="162433" y="218592"/>
                  </a:lnTo>
                  <a:lnTo>
                    <a:pt x="156248" y="219824"/>
                  </a:lnTo>
                  <a:lnTo>
                    <a:pt x="149821" y="219824"/>
                  </a:lnTo>
                  <a:lnTo>
                    <a:pt x="143408" y="219824"/>
                  </a:lnTo>
                  <a:lnTo>
                    <a:pt x="137223" y="218592"/>
                  </a:lnTo>
                  <a:lnTo>
                    <a:pt x="131292" y="216128"/>
                  </a:lnTo>
                  <a:lnTo>
                    <a:pt x="125361" y="213677"/>
                  </a:lnTo>
                  <a:lnTo>
                    <a:pt x="101396" y="177812"/>
                  </a:lnTo>
                  <a:lnTo>
                    <a:pt x="101396" y="171386"/>
                  </a:lnTo>
                  <a:lnTo>
                    <a:pt x="101396" y="164973"/>
                  </a:lnTo>
                  <a:lnTo>
                    <a:pt x="125361" y="129108"/>
                  </a:lnTo>
                  <a:lnTo>
                    <a:pt x="143408" y="122961"/>
                  </a:lnTo>
                  <a:lnTo>
                    <a:pt x="149821" y="122961"/>
                  </a:lnTo>
                  <a:lnTo>
                    <a:pt x="156248" y="122961"/>
                  </a:lnTo>
                  <a:lnTo>
                    <a:pt x="192112" y="146926"/>
                  </a:lnTo>
                  <a:lnTo>
                    <a:pt x="198259" y="164973"/>
                  </a:lnTo>
                  <a:lnTo>
                    <a:pt x="198259" y="171386"/>
                  </a:lnTo>
                  <a:close/>
                </a:path>
                <a:path w="198754" h="220345">
                  <a:moveTo>
                    <a:pt x="35204" y="47993"/>
                  </a:moveTo>
                  <a:lnTo>
                    <a:pt x="102679" y="47942"/>
                  </a:lnTo>
                </a:path>
                <a:path w="198754" h="220345">
                  <a:moveTo>
                    <a:pt x="35255" y="81572"/>
                  </a:moveTo>
                  <a:lnTo>
                    <a:pt x="133223" y="81521"/>
                  </a:lnTo>
                </a:path>
                <a:path w="198754" h="220345">
                  <a:moveTo>
                    <a:pt x="35255" y="114617"/>
                  </a:moveTo>
                  <a:lnTo>
                    <a:pt x="101688" y="114554"/>
                  </a:lnTo>
                </a:path>
                <a:path w="198754" h="220345">
                  <a:moveTo>
                    <a:pt x="158457" y="161836"/>
                  </a:moveTo>
                  <a:lnTo>
                    <a:pt x="149593" y="141833"/>
                  </a:lnTo>
                </a:path>
                <a:path w="198754" h="220345">
                  <a:moveTo>
                    <a:pt x="180886" y="163080"/>
                  </a:moveTo>
                  <a:lnTo>
                    <a:pt x="158457" y="161836"/>
                  </a:lnTo>
                </a:path>
                <a:path w="198754" h="220345">
                  <a:moveTo>
                    <a:pt x="180886" y="163080"/>
                  </a:moveTo>
                  <a:lnTo>
                    <a:pt x="162864" y="177977"/>
                  </a:lnTo>
                </a:path>
                <a:path w="198754" h="220345">
                  <a:moveTo>
                    <a:pt x="168605" y="199351"/>
                  </a:moveTo>
                  <a:lnTo>
                    <a:pt x="162864" y="177977"/>
                  </a:lnTo>
                </a:path>
                <a:path w="198754" h="220345">
                  <a:moveTo>
                    <a:pt x="168605" y="199351"/>
                  </a:moveTo>
                  <a:lnTo>
                    <a:pt x="149898" y="187820"/>
                  </a:lnTo>
                  <a:lnTo>
                    <a:pt x="130454" y="199910"/>
                  </a:lnTo>
                </a:path>
                <a:path w="198754" h="220345">
                  <a:moveTo>
                    <a:pt x="141211" y="161899"/>
                  </a:moveTo>
                  <a:lnTo>
                    <a:pt x="118757" y="163474"/>
                  </a:lnTo>
                </a:path>
                <a:path w="198754" h="220345">
                  <a:moveTo>
                    <a:pt x="149593" y="141833"/>
                  </a:moveTo>
                  <a:lnTo>
                    <a:pt x="141211" y="161899"/>
                  </a:lnTo>
                </a:path>
                <a:path w="198754" h="220345">
                  <a:moveTo>
                    <a:pt x="171907" y="128282"/>
                  </a:moveTo>
                  <a:lnTo>
                    <a:pt x="171856" y="46545"/>
                  </a:lnTo>
                </a:path>
                <a:path w="198754" h="220345">
                  <a:moveTo>
                    <a:pt x="127038" y="0"/>
                  </a:moveTo>
                  <a:lnTo>
                    <a:pt x="27762" y="38"/>
                  </a:lnTo>
                </a:path>
                <a:path w="198754" h="220345">
                  <a:moveTo>
                    <a:pt x="35572" y="147739"/>
                  </a:moveTo>
                  <a:lnTo>
                    <a:pt x="75107" y="147701"/>
                  </a:lnTo>
                </a:path>
                <a:path w="198754" h="220345">
                  <a:moveTo>
                    <a:pt x="12" y="23622"/>
                  </a:moveTo>
                  <a:lnTo>
                    <a:pt x="0" y="187769"/>
                  </a:lnTo>
                </a:path>
                <a:path w="198754" h="220345">
                  <a:moveTo>
                    <a:pt x="23876" y="206375"/>
                  </a:moveTo>
                  <a:lnTo>
                    <a:pt x="115417" y="206375"/>
                  </a:lnTo>
                </a:path>
              </a:pathLst>
            </a:custGeom>
            <a:ln w="97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15903" y="5087938"/>
            <a:ext cx="4251960" cy="615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0" dirty="0">
                <a:solidFill>
                  <a:srgbClr val="374552"/>
                </a:solidFill>
                <a:latin typeface="Tahoma"/>
                <a:cs typeface="Tahoma"/>
              </a:rPr>
              <a:t>Feature</a:t>
            </a:r>
            <a:r>
              <a:rPr sz="1650" b="1" spc="-8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Engineering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Transforming</a:t>
            </a:r>
            <a:r>
              <a:rPr sz="12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raw</a:t>
            </a:r>
            <a:r>
              <a:rPr sz="12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2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into</a:t>
            </a:r>
            <a:r>
              <a:rPr sz="12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meaningful</a:t>
            </a:r>
            <a:r>
              <a:rPr sz="1250" spc="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105" dirty="0">
                <a:solidFill>
                  <a:srgbClr val="374552"/>
                </a:solidFill>
                <a:latin typeface="Verdana"/>
                <a:cs typeface="Verdana"/>
              </a:rPr>
              <a:t>ML</a:t>
            </a:r>
            <a:r>
              <a:rPr sz="1250" spc="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features.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27" name="object 27">
            <a:hlinkClick r:id="rId10"/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97FD35B-418F-DDAA-D662-177091D949AC}"/>
              </a:ext>
            </a:extLst>
          </p:cNvPr>
          <p:cNvSpPr txBox="1"/>
          <p:nvPr/>
        </p:nvSpPr>
        <p:spPr>
          <a:xfrm>
            <a:off x="9532618" y="5975841"/>
            <a:ext cx="18497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B93B72-1605-A272-7B35-801C02DD68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8" t="9138" r="8666"/>
          <a:stretch>
            <a:fillRect/>
          </a:stretch>
        </p:blipFill>
        <p:spPr>
          <a:xfrm>
            <a:off x="3632648" y="530905"/>
            <a:ext cx="4356451" cy="2445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0859AE-A459-9251-3DEE-B338B8FB7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09" y="1241425"/>
            <a:ext cx="3248194" cy="419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ADC2FE-0BA9-7BC4-C161-85F4CF910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200" y="1444286"/>
            <a:ext cx="2971800" cy="36802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C053ED-5618-1426-A883-98E85C1BF2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8" t="18797" r="8666"/>
          <a:stretch>
            <a:fillRect/>
          </a:stretch>
        </p:blipFill>
        <p:spPr>
          <a:xfrm>
            <a:off x="3531464" y="3345409"/>
            <a:ext cx="4824704" cy="244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82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857750" y="333377"/>
            <a:ext cx="2914650" cy="817562"/>
          </a:xfrm>
          <a:custGeom>
            <a:avLst/>
            <a:gdLst/>
            <a:ahLst/>
            <a:cxnLst/>
            <a:rect l="l" t="t" r="r" b="b"/>
            <a:pathLst>
              <a:path w="1085850" h="304800">
                <a:moveTo>
                  <a:pt x="933450" y="0"/>
                </a:moveTo>
                <a:lnTo>
                  <a:pt x="152400" y="0"/>
                </a:lnTo>
                <a:lnTo>
                  <a:pt x="144913" y="183"/>
                </a:lnTo>
                <a:lnTo>
                  <a:pt x="101068" y="8902"/>
                </a:lnTo>
                <a:lnTo>
                  <a:pt x="61606" y="29992"/>
                </a:lnTo>
                <a:lnTo>
                  <a:pt x="29992" y="61606"/>
                </a:lnTo>
                <a:lnTo>
                  <a:pt x="8902" y="101068"/>
                </a:lnTo>
                <a:lnTo>
                  <a:pt x="183" y="144913"/>
                </a:lnTo>
                <a:lnTo>
                  <a:pt x="0" y="152400"/>
                </a:lnTo>
                <a:lnTo>
                  <a:pt x="183" y="159886"/>
                </a:lnTo>
                <a:lnTo>
                  <a:pt x="8902" y="203731"/>
                </a:lnTo>
                <a:lnTo>
                  <a:pt x="29992" y="243193"/>
                </a:lnTo>
                <a:lnTo>
                  <a:pt x="61606" y="274800"/>
                </a:lnTo>
                <a:lnTo>
                  <a:pt x="101068" y="295892"/>
                </a:lnTo>
                <a:lnTo>
                  <a:pt x="144913" y="304616"/>
                </a:lnTo>
                <a:lnTo>
                  <a:pt x="152400" y="304800"/>
                </a:lnTo>
                <a:lnTo>
                  <a:pt x="933450" y="304800"/>
                </a:lnTo>
                <a:lnTo>
                  <a:pt x="977688" y="298238"/>
                </a:lnTo>
                <a:lnTo>
                  <a:pt x="1018120" y="279107"/>
                </a:lnTo>
                <a:lnTo>
                  <a:pt x="1051261" y="249081"/>
                </a:lnTo>
                <a:lnTo>
                  <a:pt x="1074242" y="210718"/>
                </a:lnTo>
                <a:lnTo>
                  <a:pt x="1085116" y="167336"/>
                </a:lnTo>
                <a:lnTo>
                  <a:pt x="1085850" y="152400"/>
                </a:lnTo>
                <a:lnTo>
                  <a:pt x="1085666" y="144913"/>
                </a:lnTo>
                <a:lnTo>
                  <a:pt x="1076942" y="101068"/>
                </a:lnTo>
                <a:lnTo>
                  <a:pt x="1055857" y="61606"/>
                </a:lnTo>
                <a:lnTo>
                  <a:pt x="1024243" y="29992"/>
                </a:lnTo>
                <a:lnTo>
                  <a:pt x="984781" y="8902"/>
                </a:lnTo>
                <a:lnTo>
                  <a:pt x="940936" y="183"/>
                </a:lnTo>
                <a:lnTo>
                  <a:pt x="933450" y="0"/>
                </a:lnTo>
                <a:close/>
              </a:path>
            </a:pathLst>
          </a:custGeom>
          <a:solidFill>
            <a:srgbClr val="D4E9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93084" y="577850"/>
            <a:ext cx="3707511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374552"/>
                </a:solidFill>
                <a:latin typeface="Verdana"/>
                <a:cs typeface="Verdana"/>
              </a:rPr>
              <a:t>MILESTONE</a:t>
            </a:r>
            <a:r>
              <a:rPr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374552"/>
                </a:solidFill>
                <a:latin typeface="Verdana"/>
                <a:cs typeface="Verdana"/>
              </a:rPr>
              <a:t>3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43564" y="1549400"/>
            <a:ext cx="518795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5" dirty="0"/>
              <a:t>Job</a:t>
            </a:r>
            <a:r>
              <a:rPr spc="-270" dirty="0"/>
              <a:t> </a:t>
            </a:r>
            <a:r>
              <a:rPr spc="-245" dirty="0"/>
              <a:t>Role</a:t>
            </a:r>
            <a:r>
              <a:rPr spc="-270" dirty="0"/>
              <a:t> </a:t>
            </a:r>
            <a:r>
              <a:rPr spc="-170" dirty="0"/>
              <a:t>Prediction</a:t>
            </a:r>
            <a:r>
              <a:rPr spc="-265" dirty="0"/>
              <a:t> </a:t>
            </a:r>
            <a:r>
              <a:rPr spc="-300" dirty="0"/>
              <a:t>Module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852660" y="2328535"/>
            <a:ext cx="824865" cy="2940050"/>
            <a:chOff x="4852660" y="2328535"/>
            <a:chExt cx="824865" cy="29400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7749" y="2333624"/>
              <a:ext cx="814387" cy="9772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57749" y="2333624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4" h="977264">
                  <a:moveTo>
                    <a:pt x="0" y="814324"/>
                  </a:moveTo>
                  <a:lnTo>
                    <a:pt x="407200" y="977201"/>
                  </a:lnTo>
                  <a:lnTo>
                    <a:pt x="814387" y="814324"/>
                  </a:lnTo>
                  <a:lnTo>
                    <a:pt x="814387" y="0"/>
                  </a:lnTo>
                  <a:lnTo>
                    <a:pt x="407200" y="162877"/>
                  </a:lnTo>
                  <a:lnTo>
                    <a:pt x="0" y="0"/>
                  </a:lnTo>
                  <a:lnTo>
                    <a:pt x="0" y="814324"/>
                  </a:lnTo>
                  <a:close/>
                </a:path>
              </a:pathLst>
            </a:custGeom>
            <a:ln w="10179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37946" y="2690148"/>
              <a:ext cx="255138" cy="25490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57749" y="3305174"/>
              <a:ext cx="814387" cy="9772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857749" y="3305174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4" h="977264">
                  <a:moveTo>
                    <a:pt x="0" y="814324"/>
                  </a:moveTo>
                  <a:lnTo>
                    <a:pt x="407200" y="977201"/>
                  </a:lnTo>
                  <a:lnTo>
                    <a:pt x="814387" y="814324"/>
                  </a:lnTo>
                  <a:lnTo>
                    <a:pt x="814387" y="0"/>
                  </a:lnTo>
                  <a:lnTo>
                    <a:pt x="407200" y="162877"/>
                  </a:lnTo>
                  <a:lnTo>
                    <a:pt x="0" y="0"/>
                  </a:lnTo>
                  <a:lnTo>
                    <a:pt x="0" y="814324"/>
                  </a:lnTo>
                  <a:close/>
                </a:path>
              </a:pathLst>
            </a:custGeom>
            <a:ln w="10179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6637" y="3671240"/>
              <a:ext cx="237944" cy="2550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57749" y="4286250"/>
              <a:ext cx="814387" cy="97720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857749" y="4286250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4" h="977264">
                  <a:moveTo>
                    <a:pt x="0" y="814324"/>
                  </a:moveTo>
                  <a:lnTo>
                    <a:pt x="407200" y="977206"/>
                  </a:lnTo>
                  <a:lnTo>
                    <a:pt x="814387" y="814324"/>
                  </a:lnTo>
                  <a:lnTo>
                    <a:pt x="814387" y="0"/>
                  </a:lnTo>
                  <a:lnTo>
                    <a:pt x="407200" y="162877"/>
                  </a:lnTo>
                  <a:lnTo>
                    <a:pt x="0" y="0"/>
                  </a:lnTo>
                  <a:lnTo>
                    <a:pt x="0" y="814324"/>
                  </a:lnTo>
                  <a:close/>
                </a:path>
              </a:pathLst>
            </a:custGeom>
            <a:ln w="10179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37885" y="4646408"/>
              <a:ext cx="255372" cy="2480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820765" y="2487612"/>
            <a:ext cx="3816350" cy="25584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85" dirty="0">
                <a:solidFill>
                  <a:srgbClr val="374552"/>
                </a:solidFill>
                <a:latin typeface="Tahoma"/>
                <a:cs typeface="Tahoma"/>
              </a:rPr>
              <a:t>User</a:t>
            </a:r>
            <a:r>
              <a:rPr sz="1650" b="1" spc="-12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30" dirty="0">
                <a:solidFill>
                  <a:srgbClr val="374552"/>
                </a:solidFill>
                <a:latin typeface="Tahoma"/>
                <a:cs typeface="Tahoma"/>
              </a:rPr>
              <a:t>Data</a:t>
            </a:r>
            <a:r>
              <a:rPr sz="1650" b="1" spc="-114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30" dirty="0">
                <a:solidFill>
                  <a:srgbClr val="374552"/>
                </a:solidFill>
                <a:latin typeface="Tahoma"/>
                <a:cs typeface="Tahoma"/>
              </a:rPr>
              <a:t>Integration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Feeding</a:t>
            </a: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74552"/>
                </a:solidFill>
                <a:latin typeface="Verdana"/>
                <a:cs typeface="Verdana"/>
              </a:rPr>
              <a:t>processed</a:t>
            </a: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74552"/>
                </a:solidFill>
                <a:latin typeface="Verdana"/>
                <a:cs typeface="Verdana"/>
              </a:rPr>
              <a:t>education</a:t>
            </a:r>
            <a:r>
              <a:rPr sz="12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50" dirty="0">
                <a:solidFill>
                  <a:srgbClr val="374552"/>
                </a:solidFill>
                <a:latin typeface="Verdana"/>
                <a:cs typeface="Verdana"/>
              </a:rPr>
              <a:t>and</a:t>
            </a: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10" dirty="0">
                <a:solidFill>
                  <a:srgbClr val="374552"/>
                </a:solidFill>
                <a:latin typeface="Verdana"/>
                <a:cs typeface="Verdana"/>
              </a:rPr>
              <a:t>profile</a:t>
            </a:r>
            <a:r>
              <a:rPr sz="12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data.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-140" dirty="0">
                <a:solidFill>
                  <a:srgbClr val="374552"/>
                </a:solidFill>
                <a:latin typeface="Tahoma"/>
                <a:cs typeface="Tahoma"/>
              </a:rPr>
              <a:t>ML</a:t>
            </a:r>
            <a:r>
              <a:rPr sz="1650" b="1" spc="-10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80" dirty="0">
                <a:solidFill>
                  <a:srgbClr val="374552"/>
                </a:solidFill>
                <a:latin typeface="Tahoma"/>
                <a:cs typeface="Tahoma"/>
              </a:rPr>
              <a:t>Prediction</a:t>
            </a:r>
            <a:r>
              <a:rPr sz="1650" b="1" spc="-10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Engine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Utilizing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60" dirty="0">
                <a:solidFill>
                  <a:srgbClr val="374552"/>
                </a:solidFill>
                <a:latin typeface="Verdana"/>
                <a:cs typeface="Verdana"/>
              </a:rPr>
              <a:t>Random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Forest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career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forecasting.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-90" dirty="0">
                <a:solidFill>
                  <a:srgbClr val="374552"/>
                </a:solidFill>
                <a:latin typeface="Tahoma"/>
                <a:cs typeface="Tahoma"/>
              </a:rPr>
              <a:t>Personalized</a:t>
            </a:r>
            <a:r>
              <a:rPr sz="1650" b="1" spc="-6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30" dirty="0">
                <a:solidFill>
                  <a:srgbClr val="374552"/>
                </a:solidFill>
                <a:latin typeface="Tahoma"/>
                <a:cs typeface="Tahoma"/>
              </a:rPr>
              <a:t>Recommendations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Generating</a:t>
            </a:r>
            <a:r>
              <a:rPr sz="1250" spc="-3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relevant</a:t>
            </a:r>
            <a:r>
              <a:rPr sz="12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job</a:t>
            </a:r>
            <a:r>
              <a:rPr sz="12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role</a:t>
            </a:r>
            <a:r>
              <a:rPr sz="12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suggestions.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7" name="object 17">
            <a:hlinkClick r:id="rId9"/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ED836C-3806-7F2F-20FE-B588777B769D}"/>
              </a:ext>
            </a:extLst>
          </p:cNvPr>
          <p:cNvSpPr txBox="1"/>
          <p:nvPr/>
        </p:nvSpPr>
        <p:spPr>
          <a:xfrm>
            <a:off x="9448800" y="5926073"/>
            <a:ext cx="1885948" cy="419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D5D976-944A-D4B2-5348-FC36CA89D7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56" y="251458"/>
            <a:ext cx="4998444" cy="2841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531A99-E575-C291-D4DF-1F650D9D4D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222625"/>
            <a:ext cx="5687977" cy="26974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DCD759-CC83-2978-751C-0746D7C7C5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2" y="126439"/>
            <a:ext cx="5286323" cy="296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5443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843564" y="441832"/>
            <a:ext cx="2607830" cy="717549"/>
          </a:xfrm>
          <a:custGeom>
            <a:avLst/>
            <a:gdLst/>
            <a:ahLst/>
            <a:cxnLst/>
            <a:rect l="l" t="t" r="r" b="b"/>
            <a:pathLst>
              <a:path w="1095375" h="304800">
                <a:moveTo>
                  <a:pt x="942975" y="0"/>
                </a:moveTo>
                <a:lnTo>
                  <a:pt x="152400" y="0"/>
                </a:lnTo>
                <a:lnTo>
                  <a:pt x="144913" y="183"/>
                </a:lnTo>
                <a:lnTo>
                  <a:pt x="101068" y="8902"/>
                </a:lnTo>
                <a:lnTo>
                  <a:pt x="61606" y="29992"/>
                </a:lnTo>
                <a:lnTo>
                  <a:pt x="29992" y="61606"/>
                </a:lnTo>
                <a:lnTo>
                  <a:pt x="8902" y="101068"/>
                </a:lnTo>
                <a:lnTo>
                  <a:pt x="183" y="144913"/>
                </a:lnTo>
                <a:lnTo>
                  <a:pt x="0" y="152400"/>
                </a:lnTo>
                <a:lnTo>
                  <a:pt x="183" y="159886"/>
                </a:lnTo>
                <a:lnTo>
                  <a:pt x="8902" y="203731"/>
                </a:lnTo>
                <a:lnTo>
                  <a:pt x="29992" y="243193"/>
                </a:lnTo>
                <a:lnTo>
                  <a:pt x="61606" y="274800"/>
                </a:lnTo>
                <a:lnTo>
                  <a:pt x="101068" y="295892"/>
                </a:lnTo>
                <a:lnTo>
                  <a:pt x="144913" y="304616"/>
                </a:lnTo>
                <a:lnTo>
                  <a:pt x="152400" y="304800"/>
                </a:lnTo>
                <a:lnTo>
                  <a:pt x="942975" y="304800"/>
                </a:lnTo>
                <a:lnTo>
                  <a:pt x="987213" y="298238"/>
                </a:lnTo>
                <a:lnTo>
                  <a:pt x="1027645" y="279107"/>
                </a:lnTo>
                <a:lnTo>
                  <a:pt x="1060786" y="249081"/>
                </a:lnTo>
                <a:lnTo>
                  <a:pt x="1083767" y="210718"/>
                </a:lnTo>
                <a:lnTo>
                  <a:pt x="1094643" y="167336"/>
                </a:lnTo>
                <a:lnTo>
                  <a:pt x="1095375" y="152400"/>
                </a:lnTo>
                <a:lnTo>
                  <a:pt x="1095191" y="144913"/>
                </a:lnTo>
                <a:lnTo>
                  <a:pt x="1086467" y="101068"/>
                </a:lnTo>
                <a:lnTo>
                  <a:pt x="1065382" y="61606"/>
                </a:lnTo>
                <a:lnTo>
                  <a:pt x="1033768" y="29992"/>
                </a:lnTo>
                <a:lnTo>
                  <a:pt x="994306" y="8902"/>
                </a:lnTo>
                <a:lnTo>
                  <a:pt x="950461" y="183"/>
                </a:lnTo>
                <a:lnTo>
                  <a:pt x="942975" y="0"/>
                </a:lnTo>
                <a:close/>
              </a:path>
            </a:pathLst>
          </a:custGeom>
          <a:solidFill>
            <a:srgbClr val="D4E9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64491" y="654091"/>
            <a:ext cx="1840611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374552"/>
                </a:solidFill>
                <a:latin typeface="Verdana"/>
                <a:cs typeface="Verdana"/>
              </a:rPr>
              <a:t>MILESTONE</a:t>
            </a:r>
            <a:r>
              <a:rPr spc="6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pc="-50" dirty="0">
                <a:solidFill>
                  <a:srgbClr val="374552"/>
                </a:solidFill>
                <a:latin typeface="Verdana"/>
                <a:cs typeface="Verdana"/>
              </a:rPr>
              <a:t>4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843564" y="1673225"/>
            <a:ext cx="498284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245" dirty="0"/>
              <a:t>Admin</a:t>
            </a:r>
            <a:r>
              <a:rPr spc="-280" dirty="0"/>
              <a:t> </a:t>
            </a:r>
            <a:r>
              <a:rPr spc="-245" dirty="0"/>
              <a:t>Dashboard</a:t>
            </a:r>
            <a:r>
              <a:rPr spc="-275" dirty="0"/>
              <a:t> </a:t>
            </a:r>
            <a:r>
              <a:rPr spc="-245" dirty="0"/>
              <a:t>&amp;</a:t>
            </a:r>
            <a:r>
              <a:rPr spc="-275" dirty="0"/>
              <a:t> Model </a:t>
            </a:r>
            <a:r>
              <a:rPr spc="-290" dirty="0"/>
              <a:t>Management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04015" y="3096450"/>
            <a:ext cx="2545715" cy="9625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0" marR="72390" indent="-285750">
              <a:lnSpc>
                <a:spcPct val="135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74552"/>
                </a:solidFill>
                <a:latin typeface="Verdana"/>
                <a:cs typeface="Verdana"/>
              </a:rPr>
              <a:t>User</a:t>
            </a:r>
            <a:r>
              <a:rPr sz="1400" spc="7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74552"/>
                </a:solidFill>
                <a:latin typeface="Verdana"/>
                <a:cs typeface="Verdana"/>
              </a:rPr>
              <a:t>Management</a:t>
            </a:r>
            <a:endParaRPr sz="1400" dirty="0">
              <a:latin typeface="Verdana"/>
              <a:cs typeface="Verdana"/>
            </a:endParaRPr>
          </a:p>
          <a:p>
            <a:pPr marL="298450" marR="327025" indent="-285750">
              <a:lnSpc>
                <a:spcPct val="137500"/>
              </a:lnSpc>
              <a:spcBef>
                <a:spcPts val="415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74552"/>
                </a:solidFill>
                <a:latin typeface="Verdana"/>
                <a:cs typeface="Verdana"/>
              </a:rPr>
              <a:t>Data</a:t>
            </a:r>
            <a:r>
              <a:rPr sz="140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74552"/>
                </a:solidFill>
                <a:latin typeface="Verdana"/>
                <a:cs typeface="Verdana"/>
              </a:rPr>
              <a:t>Monitoring</a:t>
            </a:r>
            <a:endParaRPr lang="en-IN" sz="1400" dirty="0">
              <a:solidFill>
                <a:srgbClr val="374552"/>
              </a:solidFill>
              <a:latin typeface="Verdana"/>
              <a:cs typeface="Verdana"/>
            </a:endParaRPr>
          </a:p>
          <a:p>
            <a:pPr marL="298450" marR="327025" indent="-285750">
              <a:lnSpc>
                <a:spcPct val="137500"/>
              </a:lnSpc>
              <a:spcBef>
                <a:spcPts val="415"/>
              </a:spcBef>
              <a:buFont typeface="Arial" panose="020B0604020202020204" pitchFamily="34" charset="0"/>
              <a:buChar char="•"/>
            </a:pPr>
            <a:r>
              <a:rPr lang="en-US" sz="1400" spc="60" dirty="0">
                <a:solidFill>
                  <a:srgbClr val="374552"/>
                </a:solidFill>
                <a:latin typeface="Verdana"/>
                <a:cs typeface="Verdana"/>
              </a:rPr>
              <a:t>Model</a:t>
            </a:r>
            <a:r>
              <a:rPr lang="en-US" sz="14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lang="en-US" sz="1400" dirty="0">
                <a:solidFill>
                  <a:srgbClr val="374552"/>
                </a:solidFill>
                <a:latin typeface="Verdana"/>
                <a:cs typeface="Verdana"/>
              </a:rPr>
              <a:t>Performance</a:t>
            </a:r>
            <a:endParaRPr lang="en-US" sz="1400" dirty="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2400" y="3184743"/>
            <a:ext cx="3011195" cy="87427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8450" marR="21590" indent="-285750">
              <a:lnSpc>
                <a:spcPct val="135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74552"/>
                </a:solidFill>
                <a:latin typeface="Verdana"/>
                <a:cs typeface="Verdana"/>
              </a:rPr>
              <a:t>Retraining</a:t>
            </a:r>
            <a:r>
              <a:rPr sz="1400" spc="1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374552"/>
                </a:solidFill>
                <a:latin typeface="Verdana"/>
                <a:cs typeface="Verdana"/>
              </a:rPr>
              <a:t>Control</a:t>
            </a:r>
            <a:endParaRPr lang="en-IN" sz="1400" spc="-30" dirty="0">
              <a:solidFill>
                <a:srgbClr val="374552"/>
              </a:solidFill>
              <a:latin typeface="Verdana"/>
              <a:cs typeface="Verdana"/>
            </a:endParaRPr>
          </a:p>
          <a:p>
            <a:pPr marL="298450" marR="21590" indent="-285750">
              <a:lnSpc>
                <a:spcPct val="135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74552"/>
                </a:solidFill>
                <a:latin typeface="Verdana"/>
                <a:cs typeface="Verdana"/>
              </a:rPr>
              <a:t>System</a:t>
            </a:r>
            <a:r>
              <a:rPr sz="140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374552"/>
                </a:solidFill>
                <a:latin typeface="Verdana"/>
                <a:cs typeface="Verdana"/>
              </a:rPr>
              <a:t>Analytics</a:t>
            </a:r>
            <a:endParaRPr lang="en-IN" sz="1400" spc="-20" dirty="0">
              <a:solidFill>
                <a:srgbClr val="374552"/>
              </a:solidFill>
              <a:latin typeface="Verdana"/>
              <a:cs typeface="Verdana"/>
            </a:endParaRPr>
          </a:p>
          <a:p>
            <a:pPr marL="298450" marR="21590" indent="-285750">
              <a:lnSpc>
                <a:spcPct val="1350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74552"/>
                </a:solidFill>
                <a:latin typeface="Verdana"/>
                <a:cs typeface="Verdana"/>
              </a:rPr>
              <a:t>Content</a:t>
            </a:r>
            <a:r>
              <a:rPr sz="1400" spc="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74552"/>
                </a:solidFill>
                <a:latin typeface="Verdana"/>
                <a:cs typeface="Verdana"/>
              </a:rPr>
              <a:t>Updates</a:t>
            </a:r>
            <a:endParaRPr sz="1400" dirty="0">
              <a:latin typeface="Verdana"/>
              <a:cs typeface="Verdana"/>
            </a:endParaRPr>
          </a:p>
        </p:txBody>
      </p:sp>
      <p:pic>
        <p:nvPicPr>
          <p:cNvPr id="14" name="object 1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EC217EF-6B50-27B1-5783-F5D9B05FAF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1832"/>
            <a:ext cx="3520083" cy="51429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72B350-E503-9326-C6C9-988593303306}"/>
              </a:ext>
            </a:extLst>
          </p:cNvPr>
          <p:cNvSpPr txBox="1"/>
          <p:nvPr/>
        </p:nvSpPr>
        <p:spPr>
          <a:xfrm>
            <a:off x="9525000" y="5926073"/>
            <a:ext cx="1794508" cy="4318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D42EAC-C0D9-529B-ED5D-3242C175EE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79424"/>
            <a:ext cx="5159138" cy="26524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0297D1-5959-E293-A8E7-9E5C6AB299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501650"/>
            <a:ext cx="5715001" cy="2630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08AF97-A3B5-59ED-8D2E-BB8C203AA4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3099143"/>
            <a:ext cx="7315200" cy="333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6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433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25"/>
              </a:spcBef>
            </a:pPr>
            <a:r>
              <a:rPr spc="-204" dirty="0"/>
              <a:t>Performance</a:t>
            </a:r>
            <a:r>
              <a:rPr spc="-220" dirty="0"/>
              <a:t> </a:t>
            </a:r>
            <a:r>
              <a:rPr spc="-145" dirty="0"/>
              <a:t>Metrics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2150" y="1602454"/>
            <a:ext cx="2175510" cy="1671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4200" b="1" spc="-830" dirty="0">
                <a:solidFill>
                  <a:srgbClr val="374552"/>
                </a:solidFill>
                <a:latin typeface="Tahoma"/>
                <a:cs typeface="Tahoma"/>
              </a:rPr>
              <a:t>9</a:t>
            </a:r>
            <a:r>
              <a:rPr lang="en-IN" sz="4200" b="1" spc="-830" dirty="0">
                <a:solidFill>
                  <a:srgbClr val="374552"/>
                </a:solidFill>
                <a:latin typeface="Tahoma"/>
                <a:cs typeface="Tahoma"/>
              </a:rPr>
              <a:t>2</a:t>
            </a:r>
            <a:r>
              <a:rPr sz="4200" b="1" spc="-830" dirty="0">
                <a:solidFill>
                  <a:srgbClr val="374552"/>
                </a:solidFill>
                <a:latin typeface="Tahoma"/>
                <a:cs typeface="Tahoma"/>
              </a:rPr>
              <a:t>%</a:t>
            </a:r>
            <a:endParaRPr sz="4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sz="1650" b="1" spc="-80" dirty="0">
                <a:solidFill>
                  <a:srgbClr val="374552"/>
                </a:solidFill>
                <a:latin typeface="Tahoma"/>
                <a:cs typeface="Tahoma"/>
              </a:rPr>
              <a:t>Prediction</a:t>
            </a:r>
            <a:r>
              <a:rPr sz="1650" b="1" spc="-7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Accuracy</a:t>
            </a:r>
            <a:endParaRPr sz="1650" dirty="0">
              <a:latin typeface="Tahoma"/>
              <a:cs typeface="Tahoma"/>
            </a:endParaRPr>
          </a:p>
          <a:p>
            <a:pPr marL="12065" marR="5080" algn="ctr">
              <a:lnSpc>
                <a:spcPct val="135000"/>
              </a:lnSpc>
              <a:spcBef>
                <a:spcPts val="520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Highly reliable</a:t>
            </a:r>
            <a:r>
              <a:rPr sz="12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career</a:t>
            </a:r>
            <a:r>
              <a:rPr sz="1250" spc="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20" dirty="0">
                <a:solidFill>
                  <a:srgbClr val="374552"/>
                </a:solidFill>
                <a:latin typeface="Verdana"/>
                <a:cs typeface="Verdana"/>
              </a:rPr>
              <a:t>path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suggestions.</a:t>
            </a:r>
            <a:endParaRPr sz="125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25534" y="1602454"/>
            <a:ext cx="1755775" cy="1671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4200" b="1" spc="-1410" dirty="0">
                <a:solidFill>
                  <a:srgbClr val="374552"/>
                </a:solidFill>
                <a:latin typeface="Tahoma"/>
                <a:cs typeface="Tahoma"/>
              </a:rPr>
              <a:t>&lt;</a:t>
            </a:r>
            <a:r>
              <a:rPr sz="4200" b="1" spc="-38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4200" b="1" spc="-25" dirty="0">
                <a:solidFill>
                  <a:srgbClr val="374552"/>
                </a:solidFill>
                <a:latin typeface="Tahoma"/>
                <a:cs typeface="Tahoma"/>
              </a:rPr>
              <a:t>2s</a:t>
            </a:r>
            <a:endParaRPr sz="4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sz="1650" b="1" spc="-85" dirty="0">
                <a:solidFill>
                  <a:srgbClr val="374552"/>
                </a:solidFill>
                <a:latin typeface="Tahoma"/>
                <a:cs typeface="Tahoma"/>
              </a:rPr>
              <a:t>Response</a:t>
            </a:r>
            <a:r>
              <a:rPr sz="1650" b="1" spc="-10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374552"/>
                </a:solidFill>
                <a:latin typeface="Tahoma"/>
                <a:cs typeface="Tahoma"/>
              </a:rPr>
              <a:t>Time</a:t>
            </a:r>
            <a:endParaRPr sz="1650">
              <a:latin typeface="Tahoma"/>
              <a:cs typeface="Tahoma"/>
            </a:endParaRPr>
          </a:p>
          <a:p>
            <a:pPr marL="12700" marR="5080" algn="ctr">
              <a:lnSpc>
                <a:spcPct val="135000"/>
              </a:lnSpc>
              <a:spcBef>
                <a:spcPts val="520"/>
              </a:spcBef>
            </a:pP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Instant</a:t>
            </a:r>
            <a:r>
              <a:rPr sz="1250" spc="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feedback</a:t>
            </a:r>
            <a:r>
              <a:rPr sz="1250" spc="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recommendations.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0405" y="1602454"/>
            <a:ext cx="2052955" cy="1671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4200" b="1" spc="-350" dirty="0">
                <a:solidFill>
                  <a:srgbClr val="374552"/>
                </a:solidFill>
                <a:latin typeface="Tahoma"/>
                <a:cs typeface="Tahoma"/>
              </a:rPr>
              <a:t>4.</a:t>
            </a:r>
            <a:r>
              <a:rPr sz="4200" b="1" spc="-885" dirty="0">
                <a:solidFill>
                  <a:srgbClr val="374552"/>
                </a:solidFill>
                <a:latin typeface="Tahoma"/>
                <a:cs typeface="Tahoma"/>
              </a:rPr>
              <a:t>7</a:t>
            </a:r>
            <a:r>
              <a:rPr sz="4200" b="1" spc="-350" dirty="0">
                <a:solidFill>
                  <a:srgbClr val="374552"/>
                </a:solidFill>
                <a:latin typeface="Tahoma"/>
                <a:cs typeface="Tahoma"/>
              </a:rPr>
              <a:t>/</a:t>
            </a:r>
            <a:r>
              <a:rPr sz="4200" b="1" spc="-340" dirty="0">
                <a:solidFill>
                  <a:srgbClr val="374552"/>
                </a:solidFill>
                <a:latin typeface="Tahoma"/>
                <a:cs typeface="Tahoma"/>
              </a:rPr>
              <a:t>5</a:t>
            </a:r>
            <a:endParaRPr sz="4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sz="1650" b="1" spc="-85" dirty="0">
                <a:solidFill>
                  <a:srgbClr val="374552"/>
                </a:solidFill>
                <a:latin typeface="Tahoma"/>
                <a:cs typeface="Tahoma"/>
              </a:rPr>
              <a:t>User</a:t>
            </a:r>
            <a:r>
              <a:rPr sz="1650" b="1" spc="-9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0" dirty="0">
                <a:solidFill>
                  <a:srgbClr val="374552"/>
                </a:solidFill>
                <a:latin typeface="Tahoma"/>
                <a:cs typeface="Tahoma"/>
              </a:rPr>
              <a:t>Interface</a:t>
            </a:r>
            <a:r>
              <a:rPr sz="1650" b="1" spc="-8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Score</a:t>
            </a:r>
            <a:endParaRPr sz="1650">
              <a:latin typeface="Tahoma"/>
              <a:cs typeface="Tahoma"/>
            </a:endParaRPr>
          </a:p>
          <a:p>
            <a:pPr marL="12065" marR="5080" algn="ctr">
              <a:lnSpc>
                <a:spcPct val="135000"/>
              </a:lnSpc>
              <a:spcBef>
                <a:spcPts val="520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Exceptional</a:t>
            </a:r>
            <a:r>
              <a:rPr sz="12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usability</a:t>
            </a:r>
            <a:r>
              <a:rPr sz="1250" spc="4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satisfaction.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80333" y="1602454"/>
            <a:ext cx="2139315" cy="1671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4200" b="1" spc="-620" dirty="0">
                <a:solidFill>
                  <a:srgbClr val="374552"/>
                </a:solidFill>
                <a:latin typeface="Tahoma"/>
                <a:cs typeface="Tahoma"/>
              </a:rPr>
              <a:t>99.9%</a:t>
            </a:r>
            <a:endParaRPr sz="4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335"/>
              </a:spcBef>
            </a:pPr>
            <a:r>
              <a:rPr sz="1650" b="1" spc="-95" dirty="0">
                <a:solidFill>
                  <a:srgbClr val="374552"/>
                </a:solidFill>
                <a:latin typeface="Tahoma"/>
                <a:cs typeface="Tahoma"/>
              </a:rPr>
              <a:t>System</a:t>
            </a:r>
            <a:r>
              <a:rPr sz="1650" b="1" spc="-114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Uptime</a:t>
            </a:r>
            <a:endParaRPr sz="1650">
              <a:latin typeface="Tahoma"/>
              <a:cs typeface="Tahoma"/>
            </a:endParaRPr>
          </a:p>
          <a:p>
            <a:pPr marL="12065" marR="5080" algn="ctr">
              <a:lnSpc>
                <a:spcPct val="135000"/>
              </a:lnSpc>
              <a:spcBef>
                <a:spcPts val="520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Consistent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availability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25" dirty="0">
                <a:solidFill>
                  <a:srgbClr val="374552"/>
                </a:solidFill>
                <a:latin typeface="Verdana"/>
                <a:cs typeface="Verdana"/>
              </a:rPr>
              <a:t>and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reliability.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0825" y="3590925"/>
            <a:ext cx="2857499" cy="19621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81675" y="3590925"/>
            <a:ext cx="2857499" cy="1962148"/>
          </a:xfrm>
          <a:prstGeom prst="rect">
            <a:avLst/>
          </a:prstGeom>
        </p:spPr>
      </p:pic>
      <p:pic>
        <p:nvPicPr>
          <p:cNvPr id="9" name="object 9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E9C60D-B9BB-734B-16BF-9CEA1EA03690}"/>
              </a:ext>
            </a:extLst>
          </p:cNvPr>
          <p:cNvSpPr txBox="1"/>
          <p:nvPr/>
        </p:nvSpPr>
        <p:spPr>
          <a:xfrm>
            <a:off x="9573055" y="5926073"/>
            <a:ext cx="1754504" cy="419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7311" y="1092200"/>
            <a:ext cx="584200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229" dirty="0"/>
              <a:t>Future </a:t>
            </a:r>
            <a:r>
              <a:rPr spc="-200" dirty="0"/>
              <a:t>Enhancements:</a:t>
            </a:r>
            <a:r>
              <a:rPr spc="-229" dirty="0"/>
              <a:t> </a:t>
            </a:r>
            <a:r>
              <a:rPr spc="-145" dirty="0"/>
              <a:t>Scaling </a:t>
            </a:r>
            <a:r>
              <a:rPr spc="-295" dirty="0"/>
              <a:t>Impact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66410" y="2404735"/>
            <a:ext cx="824865" cy="2940050"/>
            <a:chOff x="566410" y="2404735"/>
            <a:chExt cx="824865" cy="294005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500" y="2409824"/>
              <a:ext cx="814387" cy="9772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1500" y="2409824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0" y="814324"/>
                  </a:moveTo>
                  <a:lnTo>
                    <a:pt x="407193" y="977201"/>
                  </a:lnTo>
                  <a:lnTo>
                    <a:pt x="814387" y="814324"/>
                  </a:lnTo>
                  <a:lnTo>
                    <a:pt x="814387" y="0"/>
                  </a:lnTo>
                  <a:lnTo>
                    <a:pt x="407193" y="162877"/>
                  </a:lnTo>
                  <a:lnTo>
                    <a:pt x="0" y="0"/>
                  </a:lnTo>
                  <a:lnTo>
                    <a:pt x="0" y="814324"/>
                  </a:lnTo>
                  <a:close/>
                </a:path>
              </a:pathLst>
            </a:custGeom>
            <a:ln w="10179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1706" y="2784696"/>
              <a:ext cx="249770" cy="23723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500" y="3390899"/>
              <a:ext cx="814387" cy="9772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71500" y="3390899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0" y="814324"/>
                  </a:moveTo>
                  <a:lnTo>
                    <a:pt x="407193" y="977201"/>
                  </a:lnTo>
                  <a:lnTo>
                    <a:pt x="814387" y="814324"/>
                  </a:lnTo>
                  <a:lnTo>
                    <a:pt x="814387" y="0"/>
                  </a:lnTo>
                  <a:lnTo>
                    <a:pt x="407193" y="162877"/>
                  </a:lnTo>
                  <a:lnTo>
                    <a:pt x="0" y="0"/>
                  </a:lnTo>
                  <a:lnTo>
                    <a:pt x="0" y="814324"/>
                  </a:lnTo>
                  <a:close/>
                </a:path>
              </a:pathLst>
            </a:custGeom>
            <a:ln w="10179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0363" y="3747376"/>
              <a:ext cx="237951" cy="2551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1500" y="4362450"/>
              <a:ext cx="814387" cy="97720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71500" y="4362450"/>
              <a:ext cx="814705" cy="977265"/>
            </a:xfrm>
            <a:custGeom>
              <a:avLst/>
              <a:gdLst/>
              <a:ahLst/>
              <a:cxnLst/>
              <a:rect l="l" t="t" r="r" b="b"/>
              <a:pathLst>
                <a:path w="814705" h="977264">
                  <a:moveTo>
                    <a:pt x="0" y="814329"/>
                  </a:moveTo>
                  <a:lnTo>
                    <a:pt x="407193" y="977206"/>
                  </a:lnTo>
                  <a:lnTo>
                    <a:pt x="814387" y="814329"/>
                  </a:lnTo>
                  <a:lnTo>
                    <a:pt x="814387" y="0"/>
                  </a:lnTo>
                  <a:lnTo>
                    <a:pt x="407193" y="162877"/>
                  </a:lnTo>
                  <a:lnTo>
                    <a:pt x="0" y="0"/>
                  </a:lnTo>
                  <a:lnTo>
                    <a:pt x="0" y="814329"/>
                  </a:lnTo>
                  <a:close/>
                </a:path>
              </a:pathLst>
            </a:custGeom>
            <a:ln w="10179">
              <a:solidFill>
                <a:srgbClr val="B9CF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1835" y="4763498"/>
              <a:ext cx="255056" cy="185162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34515" y="2563812"/>
            <a:ext cx="4143375" cy="25679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10" dirty="0">
                <a:solidFill>
                  <a:srgbClr val="374552"/>
                </a:solidFill>
                <a:latin typeface="Tahoma"/>
                <a:cs typeface="Tahoma"/>
              </a:rPr>
              <a:t>Mobile</a:t>
            </a:r>
            <a:r>
              <a:rPr sz="1650" b="1" spc="-15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Application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Reach</a:t>
            </a:r>
            <a:r>
              <a:rPr sz="1250" spc="8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a</a:t>
            </a:r>
            <a:r>
              <a:rPr sz="125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wider</a:t>
            </a:r>
            <a:r>
              <a:rPr sz="1250" spc="8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audience</a:t>
            </a:r>
            <a:r>
              <a:rPr sz="1250" spc="9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on-the-</a:t>
            </a:r>
            <a:r>
              <a:rPr sz="1250" spc="-25" dirty="0">
                <a:solidFill>
                  <a:srgbClr val="374552"/>
                </a:solidFill>
                <a:latin typeface="Verdana"/>
                <a:cs typeface="Verdana"/>
              </a:rPr>
              <a:t>go.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b="1" spc="-80" dirty="0">
                <a:solidFill>
                  <a:srgbClr val="374552"/>
                </a:solidFill>
                <a:latin typeface="Tahoma"/>
                <a:cs typeface="Tahoma"/>
              </a:rPr>
              <a:t>Advanced</a:t>
            </a:r>
            <a:r>
              <a:rPr sz="1650" b="1" spc="-12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40" dirty="0">
                <a:solidFill>
                  <a:srgbClr val="374552"/>
                </a:solidFill>
                <a:latin typeface="Tahoma"/>
                <a:cs typeface="Tahoma"/>
              </a:rPr>
              <a:t>ML</a:t>
            </a:r>
            <a:r>
              <a:rPr sz="1650" b="1" spc="-120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Models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Integration</a:t>
            </a:r>
            <a:r>
              <a:rPr sz="12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of</a:t>
            </a:r>
            <a:r>
              <a:rPr sz="12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Neural</a:t>
            </a:r>
            <a:r>
              <a:rPr sz="12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Networks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for</a:t>
            </a:r>
            <a:r>
              <a:rPr sz="12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deeper</a:t>
            </a:r>
            <a:r>
              <a:rPr sz="1250" spc="-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insights.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b="1" spc="-120" dirty="0">
                <a:solidFill>
                  <a:srgbClr val="374552"/>
                </a:solidFill>
                <a:latin typeface="Tahoma"/>
                <a:cs typeface="Tahoma"/>
              </a:rPr>
              <a:t>Company</a:t>
            </a:r>
            <a:r>
              <a:rPr sz="1650" b="1" spc="-105" dirty="0">
                <a:solidFill>
                  <a:srgbClr val="374552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374552"/>
                </a:solidFill>
                <a:latin typeface="Tahoma"/>
                <a:cs typeface="Tahoma"/>
              </a:rPr>
              <a:t>Partnerships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250" spc="45" dirty="0">
                <a:solidFill>
                  <a:srgbClr val="374552"/>
                </a:solidFill>
                <a:latin typeface="Verdana"/>
                <a:cs typeface="Verdana"/>
              </a:rPr>
              <a:t>Connecting</a:t>
            </a:r>
            <a:r>
              <a:rPr sz="12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users</a:t>
            </a:r>
            <a:r>
              <a:rPr sz="12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directly</a:t>
            </a:r>
            <a:r>
              <a:rPr sz="12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dirty="0">
                <a:solidFill>
                  <a:srgbClr val="374552"/>
                </a:solidFill>
                <a:latin typeface="Verdana"/>
                <a:cs typeface="Verdana"/>
              </a:rPr>
              <a:t>with</a:t>
            </a:r>
            <a:r>
              <a:rPr sz="12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Verdana"/>
                <a:cs typeface="Verdana"/>
              </a:rPr>
              <a:t>employers.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9F4EF-35B1-50F4-8A11-5527562FD220}"/>
              </a:ext>
            </a:extLst>
          </p:cNvPr>
          <p:cNvSpPr txBox="1"/>
          <p:nvPr/>
        </p:nvSpPr>
        <p:spPr>
          <a:xfrm>
            <a:off x="9552622" y="5945123"/>
            <a:ext cx="1809748" cy="381000"/>
          </a:xfrm>
          <a:prstGeom prst="rect">
            <a:avLst/>
          </a:prstGeom>
          <a:solidFill>
            <a:srgbClr val="FABE7F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C47679-F48F-ACC1-CCEA-58BF39DE4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30000" cy="644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94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411</Words>
  <Application>Microsoft Office PowerPoint</Application>
  <PresentationFormat>Custom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Tahoma</vt:lpstr>
      <vt:lpstr>Verdana</vt:lpstr>
      <vt:lpstr>Office Theme</vt:lpstr>
      <vt:lpstr>Edu2Job: Predicting Job Roles from Educational Background</vt:lpstr>
      <vt:lpstr>The Problem: Navigating Career Uncertainty</vt:lpstr>
      <vt:lpstr>Our Solution: Edu2Job</vt:lpstr>
      <vt:lpstr>Key Objectives Achieved</vt:lpstr>
      <vt:lpstr>Technology Architecture</vt:lpstr>
      <vt:lpstr>User Authentication &amp; Profile Management</vt:lpstr>
      <vt:lpstr>PowerPoint Presentation</vt:lpstr>
      <vt:lpstr>Education Details Input &amp; Preprocessing Module</vt:lpstr>
      <vt:lpstr>PowerPoint Presentation</vt:lpstr>
      <vt:lpstr>Job Role Prediction Module</vt:lpstr>
      <vt:lpstr>PowerPoint Presentation</vt:lpstr>
      <vt:lpstr>Admin Dashboard &amp; Model Management</vt:lpstr>
      <vt:lpstr>PowerPoint Presentation</vt:lpstr>
      <vt:lpstr>Performance Metrics</vt:lpstr>
      <vt:lpstr>Future Enhancements: Scaling Impact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Harini M</cp:lastModifiedBy>
  <cp:revision>3</cp:revision>
  <dcterms:created xsi:type="dcterms:W3CDTF">2026-01-11T14:57:09Z</dcterms:created>
  <dcterms:modified xsi:type="dcterms:W3CDTF">2026-02-08T13:43:53Z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2026-01-11T00:00:00Z</vt:filetime>
  </property>
  <property fmtid="{D5CDD505-2E9C-101B-9397-08002B2CF9AE}" pid="3" name="LastSaved">
    <vt:filetime>2026-01-11T00:00:00Z</vt:filetime>
  </property>
  <property fmtid="{D5CDD505-2E9C-101B-9397-08002B2CF9AE}" pid="4" name="Producer">
    <vt:lpwstr>iLovePDF</vt:lpwstr>
  </property>
</Properties>
</file>